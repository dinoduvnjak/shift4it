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2" r:id="rId3"/>
    <p:sldId id="280" r:id="rId4"/>
    <p:sldId id="281" r:id="rId5"/>
    <p:sldId id="282" r:id="rId6"/>
    <p:sldId id="283" r:id="rId7"/>
    <p:sldId id="284" r:id="rId8"/>
    <p:sldId id="285" r:id="rId9"/>
    <p:sldId id="286" r:id="rId10"/>
    <p:sldId id="264" r:id="rId11"/>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3F22E0-CA22-486B-ACBD-34384532D44C}" v="6" dt="2025-08-22T12:17:07.6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8216" autoAdjust="0"/>
  </p:normalViewPr>
  <p:slideViewPr>
    <p:cSldViewPr snapToGrid="0">
      <p:cViewPr varScale="1">
        <p:scale>
          <a:sx n="69" d="100"/>
          <a:sy n="69" d="100"/>
        </p:scale>
        <p:origin x="150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 Moors" userId="b6a232ef-499d-4352-8265-cb79d44b0df6" providerId="ADAL" clId="{2812E466-3342-4039-8E84-5AE8E44FA356}"/>
    <pc:docChg chg="undo custSel addSld delSld modSld sldOrd">
      <pc:chgData name="Julie Moors" userId="b6a232ef-499d-4352-8265-cb79d44b0df6" providerId="ADAL" clId="{2812E466-3342-4039-8E84-5AE8E44FA356}" dt="2025-03-11T09:10:55.235" v="98" actId="1076"/>
      <pc:docMkLst>
        <pc:docMk/>
      </pc:docMkLst>
      <pc:sldChg chg="del">
        <pc:chgData name="Julie Moors" userId="b6a232ef-499d-4352-8265-cb79d44b0df6" providerId="ADAL" clId="{2812E466-3342-4039-8E84-5AE8E44FA356}" dt="2025-03-11T08:48:32.974" v="0" actId="47"/>
        <pc:sldMkLst>
          <pc:docMk/>
          <pc:sldMk cId="1022154071" sldId="258"/>
        </pc:sldMkLst>
      </pc:sldChg>
      <pc:sldChg chg="ord">
        <pc:chgData name="Julie Moors" userId="b6a232ef-499d-4352-8265-cb79d44b0df6" providerId="ADAL" clId="{2812E466-3342-4039-8E84-5AE8E44FA356}" dt="2025-03-11T08:55:56.420" v="25"/>
        <pc:sldMkLst>
          <pc:docMk/>
          <pc:sldMk cId="2693584829" sldId="260"/>
        </pc:sldMkLst>
      </pc:sldChg>
      <pc:sldChg chg="del">
        <pc:chgData name="Julie Moors" userId="b6a232ef-499d-4352-8265-cb79d44b0df6" providerId="ADAL" clId="{2812E466-3342-4039-8E84-5AE8E44FA356}" dt="2025-03-11T08:48:48.329" v="1" actId="47"/>
        <pc:sldMkLst>
          <pc:docMk/>
          <pc:sldMk cId="3218792988" sldId="269"/>
        </pc:sldMkLst>
      </pc:sldChg>
      <pc:sldChg chg="del">
        <pc:chgData name="Julie Moors" userId="b6a232ef-499d-4352-8265-cb79d44b0df6" providerId="ADAL" clId="{2812E466-3342-4039-8E84-5AE8E44FA356}" dt="2025-03-11T08:48:48.329" v="1" actId="47"/>
        <pc:sldMkLst>
          <pc:docMk/>
          <pc:sldMk cId="1706303040" sldId="270"/>
        </pc:sldMkLst>
      </pc:sldChg>
      <pc:sldChg chg="del">
        <pc:chgData name="Julie Moors" userId="b6a232ef-499d-4352-8265-cb79d44b0df6" providerId="ADAL" clId="{2812E466-3342-4039-8E84-5AE8E44FA356}" dt="2025-03-11T08:48:48.329" v="1" actId="47"/>
        <pc:sldMkLst>
          <pc:docMk/>
          <pc:sldMk cId="2454177251" sldId="271"/>
        </pc:sldMkLst>
      </pc:sldChg>
      <pc:sldChg chg="del">
        <pc:chgData name="Julie Moors" userId="b6a232ef-499d-4352-8265-cb79d44b0df6" providerId="ADAL" clId="{2812E466-3342-4039-8E84-5AE8E44FA356}" dt="2025-03-11T08:48:48.329" v="1" actId="47"/>
        <pc:sldMkLst>
          <pc:docMk/>
          <pc:sldMk cId="268710052" sldId="273"/>
        </pc:sldMkLst>
      </pc:sldChg>
      <pc:sldChg chg="del">
        <pc:chgData name="Julie Moors" userId="b6a232ef-499d-4352-8265-cb79d44b0df6" providerId="ADAL" clId="{2812E466-3342-4039-8E84-5AE8E44FA356}" dt="2025-03-11T08:48:48.329" v="1" actId="47"/>
        <pc:sldMkLst>
          <pc:docMk/>
          <pc:sldMk cId="3176185021" sldId="274"/>
        </pc:sldMkLst>
      </pc:sldChg>
      <pc:sldChg chg="del">
        <pc:chgData name="Julie Moors" userId="b6a232ef-499d-4352-8265-cb79d44b0df6" providerId="ADAL" clId="{2812E466-3342-4039-8E84-5AE8E44FA356}" dt="2025-03-11T08:48:48.329" v="1" actId="47"/>
        <pc:sldMkLst>
          <pc:docMk/>
          <pc:sldMk cId="3267239429" sldId="278"/>
        </pc:sldMkLst>
      </pc:sldChg>
      <pc:sldChg chg="del">
        <pc:chgData name="Julie Moors" userId="b6a232ef-499d-4352-8265-cb79d44b0df6" providerId="ADAL" clId="{2812E466-3342-4039-8E84-5AE8E44FA356}" dt="2025-03-11T08:48:48.329" v="1" actId="47"/>
        <pc:sldMkLst>
          <pc:docMk/>
          <pc:sldMk cId="1860706210" sldId="280"/>
        </pc:sldMkLst>
      </pc:sldChg>
      <pc:sldChg chg="modSp new mod">
        <pc:chgData name="Julie Moors" userId="b6a232ef-499d-4352-8265-cb79d44b0df6" providerId="ADAL" clId="{2812E466-3342-4039-8E84-5AE8E44FA356}" dt="2025-03-11T08:59:59.378" v="33" actId="20577"/>
        <pc:sldMkLst>
          <pc:docMk/>
          <pc:sldMk cId="2492115189" sldId="280"/>
        </pc:sldMkLst>
      </pc:sldChg>
      <pc:sldChg chg="del">
        <pc:chgData name="Julie Moors" userId="b6a232ef-499d-4352-8265-cb79d44b0df6" providerId="ADAL" clId="{2812E466-3342-4039-8E84-5AE8E44FA356}" dt="2025-03-11T08:48:48.329" v="1" actId="47"/>
        <pc:sldMkLst>
          <pc:docMk/>
          <pc:sldMk cId="1145539475" sldId="281"/>
        </pc:sldMkLst>
      </pc:sldChg>
      <pc:sldChg chg="modSp new mod ord">
        <pc:chgData name="Julie Moors" userId="b6a232ef-499d-4352-8265-cb79d44b0df6" providerId="ADAL" clId="{2812E466-3342-4039-8E84-5AE8E44FA356}" dt="2025-03-11T09:00:33.980" v="53"/>
        <pc:sldMkLst>
          <pc:docMk/>
          <pc:sldMk cId="1839107981" sldId="281"/>
        </pc:sldMkLst>
      </pc:sldChg>
      <pc:sldChg chg="addSp delSp modSp new mod">
        <pc:chgData name="Julie Moors" userId="b6a232ef-499d-4352-8265-cb79d44b0df6" providerId="ADAL" clId="{2812E466-3342-4039-8E84-5AE8E44FA356}" dt="2025-03-11T09:10:55.235" v="98" actId="1076"/>
        <pc:sldMkLst>
          <pc:docMk/>
          <pc:sldMk cId="2453447178" sldId="282"/>
        </pc:sldMkLst>
      </pc:sldChg>
      <pc:sldChg chg="del">
        <pc:chgData name="Julie Moors" userId="b6a232ef-499d-4352-8265-cb79d44b0df6" providerId="ADAL" clId="{2812E466-3342-4039-8E84-5AE8E44FA356}" dt="2025-03-11T08:48:48.329" v="1" actId="47"/>
        <pc:sldMkLst>
          <pc:docMk/>
          <pc:sldMk cId="211069690" sldId="283"/>
        </pc:sldMkLst>
      </pc:sldChg>
      <pc:sldChg chg="del">
        <pc:chgData name="Julie Moors" userId="b6a232ef-499d-4352-8265-cb79d44b0df6" providerId="ADAL" clId="{2812E466-3342-4039-8E84-5AE8E44FA356}" dt="2025-03-11T08:48:48.329" v="1" actId="47"/>
        <pc:sldMkLst>
          <pc:docMk/>
          <pc:sldMk cId="823387573" sldId="286"/>
        </pc:sldMkLst>
      </pc:sldChg>
      <pc:sldChg chg="del">
        <pc:chgData name="Julie Moors" userId="b6a232ef-499d-4352-8265-cb79d44b0df6" providerId="ADAL" clId="{2812E466-3342-4039-8E84-5AE8E44FA356}" dt="2025-03-11T08:48:48.329" v="1" actId="47"/>
        <pc:sldMkLst>
          <pc:docMk/>
          <pc:sldMk cId="2443849680" sldId="287"/>
        </pc:sldMkLst>
      </pc:sldChg>
      <pc:sldChg chg="del">
        <pc:chgData name="Julie Moors" userId="b6a232ef-499d-4352-8265-cb79d44b0df6" providerId="ADAL" clId="{2812E466-3342-4039-8E84-5AE8E44FA356}" dt="2025-03-11T08:48:48.329" v="1" actId="47"/>
        <pc:sldMkLst>
          <pc:docMk/>
          <pc:sldMk cId="2780781601" sldId="288"/>
        </pc:sldMkLst>
      </pc:sldChg>
      <pc:sldChg chg="del">
        <pc:chgData name="Julie Moors" userId="b6a232ef-499d-4352-8265-cb79d44b0df6" providerId="ADAL" clId="{2812E466-3342-4039-8E84-5AE8E44FA356}" dt="2025-03-11T08:48:48.329" v="1" actId="47"/>
        <pc:sldMkLst>
          <pc:docMk/>
          <pc:sldMk cId="2472991579" sldId="289"/>
        </pc:sldMkLst>
      </pc:sldChg>
      <pc:sldChg chg="del">
        <pc:chgData name="Julie Moors" userId="b6a232ef-499d-4352-8265-cb79d44b0df6" providerId="ADAL" clId="{2812E466-3342-4039-8E84-5AE8E44FA356}" dt="2025-03-11T08:48:48.329" v="1" actId="47"/>
        <pc:sldMkLst>
          <pc:docMk/>
          <pc:sldMk cId="3435913458" sldId="290"/>
        </pc:sldMkLst>
      </pc:sldChg>
      <pc:sldChg chg="del">
        <pc:chgData name="Julie Moors" userId="b6a232ef-499d-4352-8265-cb79d44b0df6" providerId="ADAL" clId="{2812E466-3342-4039-8E84-5AE8E44FA356}" dt="2025-03-11T08:48:48.329" v="1" actId="47"/>
        <pc:sldMkLst>
          <pc:docMk/>
          <pc:sldMk cId="2434124546" sldId="291"/>
        </pc:sldMkLst>
      </pc:sldChg>
      <pc:sldChg chg="del">
        <pc:chgData name="Julie Moors" userId="b6a232ef-499d-4352-8265-cb79d44b0df6" providerId="ADAL" clId="{2812E466-3342-4039-8E84-5AE8E44FA356}" dt="2025-03-11T08:48:48.329" v="1" actId="47"/>
        <pc:sldMkLst>
          <pc:docMk/>
          <pc:sldMk cId="3167403889" sldId="292"/>
        </pc:sldMkLst>
      </pc:sldChg>
      <pc:sldChg chg="del">
        <pc:chgData name="Julie Moors" userId="b6a232ef-499d-4352-8265-cb79d44b0df6" providerId="ADAL" clId="{2812E466-3342-4039-8E84-5AE8E44FA356}" dt="2025-03-11T08:48:48.329" v="1" actId="47"/>
        <pc:sldMkLst>
          <pc:docMk/>
          <pc:sldMk cId="2481717711" sldId="293"/>
        </pc:sldMkLst>
      </pc:sldChg>
      <pc:sldChg chg="del">
        <pc:chgData name="Julie Moors" userId="b6a232ef-499d-4352-8265-cb79d44b0df6" providerId="ADAL" clId="{2812E466-3342-4039-8E84-5AE8E44FA356}" dt="2025-03-11T08:48:48.329" v="1" actId="47"/>
        <pc:sldMkLst>
          <pc:docMk/>
          <pc:sldMk cId="3482544784" sldId="295"/>
        </pc:sldMkLst>
      </pc:sldChg>
      <pc:sldChg chg="del">
        <pc:chgData name="Julie Moors" userId="b6a232ef-499d-4352-8265-cb79d44b0df6" providerId="ADAL" clId="{2812E466-3342-4039-8E84-5AE8E44FA356}" dt="2025-03-11T08:48:48.329" v="1" actId="47"/>
        <pc:sldMkLst>
          <pc:docMk/>
          <pc:sldMk cId="2908210285" sldId="296"/>
        </pc:sldMkLst>
      </pc:sldChg>
      <pc:sldChg chg="del">
        <pc:chgData name="Julie Moors" userId="b6a232ef-499d-4352-8265-cb79d44b0df6" providerId="ADAL" clId="{2812E466-3342-4039-8E84-5AE8E44FA356}" dt="2025-03-11T08:48:48.329" v="1" actId="47"/>
        <pc:sldMkLst>
          <pc:docMk/>
          <pc:sldMk cId="351796521" sldId="297"/>
        </pc:sldMkLst>
      </pc:sldChg>
      <pc:sldChg chg="del">
        <pc:chgData name="Julie Moors" userId="b6a232ef-499d-4352-8265-cb79d44b0df6" providerId="ADAL" clId="{2812E466-3342-4039-8E84-5AE8E44FA356}" dt="2025-03-11T08:48:48.329" v="1" actId="47"/>
        <pc:sldMkLst>
          <pc:docMk/>
          <pc:sldMk cId="1745069499" sldId="298"/>
        </pc:sldMkLst>
      </pc:sldChg>
      <pc:sldChg chg="del">
        <pc:chgData name="Julie Moors" userId="b6a232ef-499d-4352-8265-cb79d44b0df6" providerId="ADAL" clId="{2812E466-3342-4039-8E84-5AE8E44FA356}" dt="2025-03-11T08:48:48.329" v="1" actId="47"/>
        <pc:sldMkLst>
          <pc:docMk/>
          <pc:sldMk cId="3054428835" sldId="299"/>
        </pc:sldMkLst>
      </pc:sldChg>
      <pc:sldChg chg="del">
        <pc:chgData name="Julie Moors" userId="b6a232ef-499d-4352-8265-cb79d44b0df6" providerId="ADAL" clId="{2812E466-3342-4039-8E84-5AE8E44FA356}" dt="2025-03-11T08:48:48.329" v="1" actId="47"/>
        <pc:sldMkLst>
          <pc:docMk/>
          <pc:sldMk cId="2577056895" sldId="300"/>
        </pc:sldMkLst>
      </pc:sldChg>
      <pc:sldChg chg="del">
        <pc:chgData name="Julie Moors" userId="b6a232ef-499d-4352-8265-cb79d44b0df6" providerId="ADAL" clId="{2812E466-3342-4039-8E84-5AE8E44FA356}" dt="2025-03-11T08:48:48.329" v="1" actId="47"/>
        <pc:sldMkLst>
          <pc:docMk/>
          <pc:sldMk cId="3705171206" sldId="301"/>
        </pc:sldMkLst>
      </pc:sldChg>
      <pc:sldChg chg="del">
        <pc:chgData name="Julie Moors" userId="b6a232ef-499d-4352-8265-cb79d44b0df6" providerId="ADAL" clId="{2812E466-3342-4039-8E84-5AE8E44FA356}" dt="2025-03-11T08:48:48.329" v="1" actId="47"/>
        <pc:sldMkLst>
          <pc:docMk/>
          <pc:sldMk cId="3517655617" sldId="302"/>
        </pc:sldMkLst>
      </pc:sldChg>
      <pc:sldChg chg="del">
        <pc:chgData name="Julie Moors" userId="b6a232ef-499d-4352-8265-cb79d44b0df6" providerId="ADAL" clId="{2812E466-3342-4039-8E84-5AE8E44FA356}" dt="2025-03-11T08:48:48.329" v="1" actId="47"/>
        <pc:sldMkLst>
          <pc:docMk/>
          <pc:sldMk cId="4151447805" sldId="303"/>
        </pc:sldMkLst>
      </pc:sldChg>
      <pc:sldChg chg="del">
        <pc:chgData name="Julie Moors" userId="b6a232ef-499d-4352-8265-cb79d44b0df6" providerId="ADAL" clId="{2812E466-3342-4039-8E84-5AE8E44FA356}" dt="2025-03-11T08:48:48.329" v="1" actId="47"/>
        <pc:sldMkLst>
          <pc:docMk/>
          <pc:sldMk cId="2669492767" sldId="304"/>
        </pc:sldMkLst>
      </pc:sldChg>
      <pc:sldChg chg="del">
        <pc:chgData name="Julie Moors" userId="b6a232ef-499d-4352-8265-cb79d44b0df6" providerId="ADAL" clId="{2812E466-3342-4039-8E84-5AE8E44FA356}" dt="2025-03-11T08:48:48.329" v="1" actId="47"/>
        <pc:sldMkLst>
          <pc:docMk/>
          <pc:sldMk cId="2136295480" sldId="305"/>
        </pc:sldMkLst>
      </pc:sldChg>
      <pc:sldChg chg="del">
        <pc:chgData name="Julie Moors" userId="b6a232ef-499d-4352-8265-cb79d44b0df6" providerId="ADAL" clId="{2812E466-3342-4039-8E84-5AE8E44FA356}" dt="2025-03-11T08:48:48.329" v="1" actId="47"/>
        <pc:sldMkLst>
          <pc:docMk/>
          <pc:sldMk cId="1527591089" sldId="306"/>
        </pc:sldMkLst>
      </pc:sldChg>
      <pc:sldChg chg="del">
        <pc:chgData name="Julie Moors" userId="b6a232ef-499d-4352-8265-cb79d44b0df6" providerId="ADAL" clId="{2812E466-3342-4039-8E84-5AE8E44FA356}" dt="2025-03-11T08:48:48.329" v="1" actId="47"/>
        <pc:sldMkLst>
          <pc:docMk/>
          <pc:sldMk cId="1109035251" sldId="308"/>
        </pc:sldMkLst>
      </pc:sldChg>
      <pc:sldChg chg="del">
        <pc:chgData name="Julie Moors" userId="b6a232ef-499d-4352-8265-cb79d44b0df6" providerId="ADAL" clId="{2812E466-3342-4039-8E84-5AE8E44FA356}" dt="2025-03-11T08:48:48.329" v="1" actId="47"/>
        <pc:sldMkLst>
          <pc:docMk/>
          <pc:sldMk cId="234263942" sldId="309"/>
        </pc:sldMkLst>
      </pc:sldChg>
      <pc:sldChg chg="del">
        <pc:chgData name="Julie Moors" userId="b6a232ef-499d-4352-8265-cb79d44b0df6" providerId="ADAL" clId="{2812E466-3342-4039-8E84-5AE8E44FA356}" dt="2025-03-11T08:48:48.329" v="1" actId="47"/>
        <pc:sldMkLst>
          <pc:docMk/>
          <pc:sldMk cId="1650030780" sldId="310"/>
        </pc:sldMkLst>
      </pc:sldChg>
      <pc:sldChg chg="del">
        <pc:chgData name="Julie Moors" userId="b6a232ef-499d-4352-8265-cb79d44b0df6" providerId="ADAL" clId="{2812E466-3342-4039-8E84-5AE8E44FA356}" dt="2025-03-11T08:48:48.329" v="1" actId="47"/>
        <pc:sldMkLst>
          <pc:docMk/>
          <pc:sldMk cId="2436938900" sldId="311"/>
        </pc:sldMkLst>
      </pc:sldChg>
      <pc:sldChg chg="del">
        <pc:chgData name="Julie Moors" userId="b6a232ef-499d-4352-8265-cb79d44b0df6" providerId="ADAL" clId="{2812E466-3342-4039-8E84-5AE8E44FA356}" dt="2025-03-11T08:48:48.329" v="1" actId="47"/>
        <pc:sldMkLst>
          <pc:docMk/>
          <pc:sldMk cId="1536780742" sldId="312"/>
        </pc:sldMkLst>
      </pc:sldChg>
      <pc:sldChg chg="del">
        <pc:chgData name="Julie Moors" userId="b6a232ef-499d-4352-8265-cb79d44b0df6" providerId="ADAL" clId="{2812E466-3342-4039-8E84-5AE8E44FA356}" dt="2025-03-11T08:48:48.329" v="1" actId="47"/>
        <pc:sldMkLst>
          <pc:docMk/>
          <pc:sldMk cId="1868114901" sldId="313"/>
        </pc:sldMkLst>
      </pc:sldChg>
      <pc:sldChg chg="del">
        <pc:chgData name="Julie Moors" userId="b6a232ef-499d-4352-8265-cb79d44b0df6" providerId="ADAL" clId="{2812E466-3342-4039-8E84-5AE8E44FA356}" dt="2025-03-11T08:48:48.329" v="1" actId="47"/>
        <pc:sldMkLst>
          <pc:docMk/>
          <pc:sldMk cId="2841602434" sldId="314"/>
        </pc:sldMkLst>
      </pc:sldChg>
      <pc:sldChg chg="del">
        <pc:chgData name="Julie Moors" userId="b6a232ef-499d-4352-8265-cb79d44b0df6" providerId="ADAL" clId="{2812E466-3342-4039-8E84-5AE8E44FA356}" dt="2025-03-11T08:48:48.329" v="1" actId="47"/>
        <pc:sldMkLst>
          <pc:docMk/>
          <pc:sldMk cId="815038628" sldId="315"/>
        </pc:sldMkLst>
      </pc:sldChg>
      <pc:sldChg chg="del">
        <pc:chgData name="Julie Moors" userId="b6a232ef-499d-4352-8265-cb79d44b0df6" providerId="ADAL" clId="{2812E466-3342-4039-8E84-5AE8E44FA356}" dt="2025-03-11T08:48:48.329" v="1" actId="47"/>
        <pc:sldMkLst>
          <pc:docMk/>
          <pc:sldMk cId="3119292504" sldId="316"/>
        </pc:sldMkLst>
      </pc:sldChg>
      <pc:sldChg chg="del">
        <pc:chgData name="Julie Moors" userId="b6a232ef-499d-4352-8265-cb79d44b0df6" providerId="ADAL" clId="{2812E466-3342-4039-8E84-5AE8E44FA356}" dt="2025-03-11T08:48:48.329" v="1" actId="47"/>
        <pc:sldMkLst>
          <pc:docMk/>
          <pc:sldMk cId="3027920428" sldId="317"/>
        </pc:sldMkLst>
      </pc:sldChg>
      <pc:sldChg chg="del">
        <pc:chgData name="Julie Moors" userId="b6a232ef-499d-4352-8265-cb79d44b0df6" providerId="ADAL" clId="{2812E466-3342-4039-8E84-5AE8E44FA356}" dt="2025-03-11T08:48:48.329" v="1" actId="47"/>
        <pc:sldMkLst>
          <pc:docMk/>
          <pc:sldMk cId="1050982313" sldId="318"/>
        </pc:sldMkLst>
      </pc:sldChg>
      <pc:sldChg chg="del">
        <pc:chgData name="Julie Moors" userId="b6a232ef-499d-4352-8265-cb79d44b0df6" providerId="ADAL" clId="{2812E466-3342-4039-8E84-5AE8E44FA356}" dt="2025-03-11T08:48:48.329" v="1" actId="47"/>
        <pc:sldMkLst>
          <pc:docMk/>
          <pc:sldMk cId="4145275506" sldId="319"/>
        </pc:sldMkLst>
      </pc:sldChg>
      <pc:sldChg chg="del">
        <pc:chgData name="Julie Moors" userId="b6a232ef-499d-4352-8265-cb79d44b0df6" providerId="ADAL" clId="{2812E466-3342-4039-8E84-5AE8E44FA356}" dt="2025-03-11T08:48:48.329" v="1" actId="47"/>
        <pc:sldMkLst>
          <pc:docMk/>
          <pc:sldMk cId="365087037" sldId="321"/>
        </pc:sldMkLst>
      </pc:sldChg>
      <pc:sldChg chg="del">
        <pc:chgData name="Julie Moors" userId="b6a232ef-499d-4352-8265-cb79d44b0df6" providerId="ADAL" clId="{2812E466-3342-4039-8E84-5AE8E44FA356}" dt="2025-03-11T08:48:48.329" v="1" actId="47"/>
        <pc:sldMkLst>
          <pc:docMk/>
          <pc:sldMk cId="2516886092" sldId="322"/>
        </pc:sldMkLst>
      </pc:sldChg>
      <pc:sldChg chg="del">
        <pc:chgData name="Julie Moors" userId="b6a232ef-499d-4352-8265-cb79d44b0df6" providerId="ADAL" clId="{2812E466-3342-4039-8E84-5AE8E44FA356}" dt="2025-03-11T08:48:48.329" v="1" actId="47"/>
        <pc:sldMkLst>
          <pc:docMk/>
          <pc:sldMk cId="2420747750" sldId="323"/>
        </pc:sldMkLst>
      </pc:sldChg>
      <pc:sldChg chg="del">
        <pc:chgData name="Julie Moors" userId="b6a232ef-499d-4352-8265-cb79d44b0df6" providerId="ADAL" clId="{2812E466-3342-4039-8E84-5AE8E44FA356}" dt="2025-03-11T08:48:48.329" v="1" actId="47"/>
        <pc:sldMkLst>
          <pc:docMk/>
          <pc:sldMk cId="1995227438" sldId="324"/>
        </pc:sldMkLst>
      </pc:sldChg>
      <pc:sldChg chg="del">
        <pc:chgData name="Julie Moors" userId="b6a232ef-499d-4352-8265-cb79d44b0df6" providerId="ADAL" clId="{2812E466-3342-4039-8E84-5AE8E44FA356}" dt="2025-03-11T08:48:48.329" v="1" actId="47"/>
        <pc:sldMkLst>
          <pc:docMk/>
          <pc:sldMk cId="965751689" sldId="325"/>
        </pc:sldMkLst>
      </pc:sldChg>
      <pc:sldChg chg="del">
        <pc:chgData name="Julie Moors" userId="b6a232ef-499d-4352-8265-cb79d44b0df6" providerId="ADAL" clId="{2812E466-3342-4039-8E84-5AE8E44FA356}" dt="2025-03-11T08:48:48.329" v="1" actId="47"/>
        <pc:sldMkLst>
          <pc:docMk/>
          <pc:sldMk cId="2404071442" sldId="326"/>
        </pc:sldMkLst>
      </pc:sldChg>
      <pc:sldChg chg="del">
        <pc:chgData name="Julie Moors" userId="b6a232ef-499d-4352-8265-cb79d44b0df6" providerId="ADAL" clId="{2812E466-3342-4039-8E84-5AE8E44FA356}" dt="2025-03-11T08:48:48.329" v="1" actId="47"/>
        <pc:sldMkLst>
          <pc:docMk/>
          <pc:sldMk cId="3952212253" sldId="328"/>
        </pc:sldMkLst>
      </pc:sldChg>
      <pc:sldChg chg="del">
        <pc:chgData name="Julie Moors" userId="b6a232ef-499d-4352-8265-cb79d44b0df6" providerId="ADAL" clId="{2812E466-3342-4039-8E84-5AE8E44FA356}" dt="2025-03-11T08:48:48.329" v="1" actId="47"/>
        <pc:sldMkLst>
          <pc:docMk/>
          <pc:sldMk cId="1714135009" sldId="329"/>
        </pc:sldMkLst>
      </pc:sldChg>
      <pc:sldChg chg="del">
        <pc:chgData name="Julie Moors" userId="b6a232ef-499d-4352-8265-cb79d44b0df6" providerId="ADAL" clId="{2812E466-3342-4039-8E84-5AE8E44FA356}" dt="2025-03-11T08:48:48.329" v="1" actId="47"/>
        <pc:sldMkLst>
          <pc:docMk/>
          <pc:sldMk cId="3941472007" sldId="330"/>
        </pc:sldMkLst>
      </pc:sldChg>
      <pc:sldChg chg="del">
        <pc:chgData name="Julie Moors" userId="b6a232ef-499d-4352-8265-cb79d44b0df6" providerId="ADAL" clId="{2812E466-3342-4039-8E84-5AE8E44FA356}" dt="2025-03-11T08:48:48.329" v="1" actId="47"/>
        <pc:sldMkLst>
          <pc:docMk/>
          <pc:sldMk cId="675810821" sldId="331"/>
        </pc:sldMkLst>
      </pc:sldChg>
      <pc:sldChg chg="del">
        <pc:chgData name="Julie Moors" userId="b6a232ef-499d-4352-8265-cb79d44b0df6" providerId="ADAL" clId="{2812E466-3342-4039-8E84-5AE8E44FA356}" dt="2025-03-11T08:48:48.329" v="1" actId="47"/>
        <pc:sldMkLst>
          <pc:docMk/>
          <pc:sldMk cId="4061458365" sldId="332"/>
        </pc:sldMkLst>
      </pc:sldChg>
      <pc:sldChg chg="del">
        <pc:chgData name="Julie Moors" userId="b6a232ef-499d-4352-8265-cb79d44b0df6" providerId="ADAL" clId="{2812E466-3342-4039-8E84-5AE8E44FA356}" dt="2025-03-11T08:48:48.329" v="1" actId="47"/>
        <pc:sldMkLst>
          <pc:docMk/>
          <pc:sldMk cId="1285957104" sldId="334"/>
        </pc:sldMkLst>
      </pc:sldChg>
      <pc:sldChg chg="del">
        <pc:chgData name="Julie Moors" userId="b6a232ef-499d-4352-8265-cb79d44b0df6" providerId="ADAL" clId="{2812E466-3342-4039-8E84-5AE8E44FA356}" dt="2025-03-11T08:48:48.329" v="1" actId="47"/>
        <pc:sldMkLst>
          <pc:docMk/>
          <pc:sldMk cId="2444955371" sldId="335"/>
        </pc:sldMkLst>
      </pc:sldChg>
      <pc:sldChg chg="del">
        <pc:chgData name="Julie Moors" userId="b6a232ef-499d-4352-8265-cb79d44b0df6" providerId="ADAL" clId="{2812E466-3342-4039-8E84-5AE8E44FA356}" dt="2025-03-11T08:48:48.329" v="1" actId="47"/>
        <pc:sldMkLst>
          <pc:docMk/>
          <pc:sldMk cId="561334165" sldId="336"/>
        </pc:sldMkLst>
      </pc:sldChg>
      <pc:sldChg chg="del">
        <pc:chgData name="Julie Moors" userId="b6a232ef-499d-4352-8265-cb79d44b0df6" providerId="ADAL" clId="{2812E466-3342-4039-8E84-5AE8E44FA356}" dt="2025-03-11T08:48:48.329" v="1" actId="47"/>
        <pc:sldMkLst>
          <pc:docMk/>
          <pc:sldMk cId="4277253694" sldId="337"/>
        </pc:sldMkLst>
      </pc:sldChg>
      <pc:sldChg chg="del">
        <pc:chgData name="Julie Moors" userId="b6a232ef-499d-4352-8265-cb79d44b0df6" providerId="ADAL" clId="{2812E466-3342-4039-8E84-5AE8E44FA356}" dt="2025-03-11T08:48:48.329" v="1" actId="47"/>
        <pc:sldMkLst>
          <pc:docMk/>
          <pc:sldMk cId="2278266769" sldId="338"/>
        </pc:sldMkLst>
      </pc:sldChg>
      <pc:sldChg chg="del">
        <pc:chgData name="Julie Moors" userId="b6a232ef-499d-4352-8265-cb79d44b0df6" providerId="ADAL" clId="{2812E466-3342-4039-8E84-5AE8E44FA356}" dt="2025-03-11T08:48:48.329" v="1" actId="47"/>
        <pc:sldMkLst>
          <pc:docMk/>
          <pc:sldMk cId="3554133182" sldId="339"/>
        </pc:sldMkLst>
      </pc:sldChg>
      <pc:sldChg chg="del">
        <pc:chgData name="Julie Moors" userId="b6a232ef-499d-4352-8265-cb79d44b0df6" providerId="ADAL" clId="{2812E466-3342-4039-8E84-5AE8E44FA356}" dt="2025-03-11T08:48:48.329" v="1" actId="47"/>
        <pc:sldMkLst>
          <pc:docMk/>
          <pc:sldMk cId="2163124104" sldId="340"/>
        </pc:sldMkLst>
      </pc:sldChg>
      <pc:sldChg chg="del">
        <pc:chgData name="Julie Moors" userId="b6a232ef-499d-4352-8265-cb79d44b0df6" providerId="ADAL" clId="{2812E466-3342-4039-8E84-5AE8E44FA356}" dt="2025-03-11T08:48:48.329" v="1" actId="47"/>
        <pc:sldMkLst>
          <pc:docMk/>
          <pc:sldMk cId="3344920613" sldId="341"/>
        </pc:sldMkLst>
      </pc:sldChg>
      <pc:sldChg chg="del">
        <pc:chgData name="Julie Moors" userId="b6a232ef-499d-4352-8265-cb79d44b0df6" providerId="ADAL" clId="{2812E466-3342-4039-8E84-5AE8E44FA356}" dt="2025-03-11T08:48:48.329" v="1" actId="47"/>
        <pc:sldMkLst>
          <pc:docMk/>
          <pc:sldMk cId="2987630046" sldId="343"/>
        </pc:sldMkLst>
      </pc:sldChg>
      <pc:sldChg chg="del">
        <pc:chgData name="Julie Moors" userId="b6a232ef-499d-4352-8265-cb79d44b0df6" providerId="ADAL" clId="{2812E466-3342-4039-8E84-5AE8E44FA356}" dt="2025-03-11T08:48:48.329" v="1" actId="47"/>
        <pc:sldMkLst>
          <pc:docMk/>
          <pc:sldMk cId="3739265932" sldId="344"/>
        </pc:sldMkLst>
      </pc:sldChg>
      <pc:sldChg chg="del">
        <pc:chgData name="Julie Moors" userId="b6a232ef-499d-4352-8265-cb79d44b0df6" providerId="ADAL" clId="{2812E466-3342-4039-8E84-5AE8E44FA356}" dt="2025-03-11T08:48:48.329" v="1" actId="47"/>
        <pc:sldMkLst>
          <pc:docMk/>
          <pc:sldMk cId="110467970" sldId="346"/>
        </pc:sldMkLst>
      </pc:sldChg>
      <pc:sldChg chg="del">
        <pc:chgData name="Julie Moors" userId="b6a232ef-499d-4352-8265-cb79d44b0df6" providerId="ADAL" clId="{2812E466-3342-4039-8E84-5AE8E44FA356}" dt="2025-03-11T08:48:48.329" v="1" actId="47"/>
        <pc:sldMkLst>
          <pc:docMk/>
          <pc:sldMk cId="2054049756" sldId="347"/>
        </pc:sldMkLst>
      </pc:sldChg>
      <pc:sldChg chg="del">
        <pc:chgData name="Julie Moors" userId="b6a232ef-499d-4352-8265-cb79d44b0df6" providerId="ADAL" clId="{2812E466-3342-4039-8E84-5AE8E44FA356}" dt="2025-03-11T08:48:48.329" v="1" actId="47"/>
        <pc:sldMkLst>
          <pc:docMk/>
          <pc:sldMk cId="962400516" sldId="348"/>
        </pc:sldMkLst>
      </pc:sldChg>
      <pc:sldChg chg="del">
        <pc:chgData name="Julie Moors" userId="b6a232ef-499d-4352-8265-cb79d44b0df6" providerId="ADAL" clId="{2812E466-3342-4039-8E84-5AE8E44FA356}" dt="2025-03-11T08:48:48.329" v="1" actId="47"/>
        <pc:sldMkLst>
          <pc:docMk/>
          <pc:sldMk cId="1334420180" sldId="349"/>
        </pc:sldMkLst>
      </pc:sldChg>
      <pc:sldChg chg="del">
        <pc:chgData name="Julie Moors" userId="b6a232ef-499d-4352-8265-cb79d44b0df6" providerId="ADAL" clId="{2812E466-3342-4039-8E84-5AE8E44FA356}" dt="2025-03-11T08:48:48.329" v="1" actId="47"/>
        <pc:sldMkLst>
          <pc:docMk/>
          <pc:sldMk cId="3510439157" sldId="350"/>
        </pc:sldMkLst>
      </pc:sldChg>
      <pc:sldChg chg="del">
        <pc:chgData name="Julie Moors" userId="b6a232ef-499d-4352-8265-cb79d44b0df6" providerId="ADAL" clId="{2812E466-3342-4039-8E84-5AE8E44FA356}" dt="2025-03-11T08:48:48.329" v="1" actId="47"/>
        <pc:sldMkLst>
          <pc:docMk/>
          <pc:sldMk cId="3717519549" sldId="351"/>
        </pc:sldMkLst>
      </pc:sldChg>
      <pc:sldChg chg="del">
        <pc:chgData name="Julie Moors" userId="b6a232ef-499d-4352-8265-cb79d44b0df6" providerId="ADAL" clId="{2812E466-3342-4039-8E84-5AE8E44FA356}" dt="2025-03-11T08:48:48.329" v="1" actId="47"/>
        <pc:sldMkLst>
          <pc:docMk/>
          <pc:sldMk cId="3214419364" sldId="352"/>
        </pc:sldMkLst>
      </pc:sldChg>
      <pc:sldChg chg="del">
        <pc:chgData name="Julie Moors" userId="b6a232ef-499d-4352-8265-cb79d44b0df6" providerId="ADAL" clId="{2812E466-3342-4039-8E84-5AE8E44FA356}" dt="2025-03-11T08:48:48.329" v="1" actId="47"/>
        <pc:sldMkLst>
          <pc:docMk/>
          <pc:sldMk cId="2254504989" sldId="353"/>
        </pc:sldMkLst>
      </pc:sldChg>
      <pc:sldChg chg="del">
        <pc:chgData name="Julie Moors" userId="b6a232ef-499d-4352-8265-cb79d44b0df6" providerId="ADAL" clId="{2812E466-3342-4039-8E84-5AE8E44FA356}" dt="2025-03-11T08:48:48.329" v="1" actId="47"/>
        <pc:sldMkLst>
          <pc:docMk/>
          <pc:sldMk cId="374323417" sldId="354"/>
        </pc:sldMkLst>
      </pc:sldChg>
      <pc:sldChg chg="del">
        <pc:chgData name="Julie Moors" userId="b6a232ef-499d-4352-8265-cb79d44b0df6" providerId="ADAL" clId="{2812E466-3342-4039-8E84-5AE8E44FA356}" dt="2025-03-11T08:48:48.329" v="1" actId="47"/>
        <pc:sldMkLst>
          <pc:docMk/>
          <pc:sldMk cId="756106243" sldId="355"/>
        </pc:sldMkLst>
      </pc:sldChg>
      <pc:sldChg chg="del">
        <pc:chgData name="Julie Moors" userId="b6a232ef-499d-4352-8265-cb79d44b0df6" providerId="ADAL" clId="{2812E466-3342-4039-8E84-5AE8E44FA356}" dt="2025-03-11T08:48:48.329" v="1" actId="47"/>
        <pc:sldMkLst>
          <pc:docMk/>
          <pc:sldMk cId="692053004" sldId="356"/>
        </pc:sldMkLst>
      </pc:sldChg>
      <pc:sldChg chg="del">
        <pc:chgData name="Julie Moors" userId="b6a232ef-499d-4352-8265-cb79d44b0df6" providerId="ADAL" clId="{2812E466-3342-4039-8E84-5AE8E44FA356}" dt="2025-03-11T08:48:48.329" v="1" actId="47"/>
        <pc:sldMkLst>
          <pc:docMk/>
          <pc:sldMk cId="3672918710" sldId="357"/>
        </pc:sldMkLst>
      </pc:sldChg>
      <pc:sldChg chg="del">
        <pc:chgData name="Julie Moors" userId="b6a232ef-499d-4352-8265-cb79d44b0df6" providerId="ADAL" clId="{2812E466-3342-4039-8E84-5AE8E44FA356}" dt="2025-03-11T08:48:48.329" v="1" actId="47"/>
        <pc:sldMkLst>
          <pc:docMk/>
          <pc:sldMk cId="72819547" sldId="358"/>
        </pc:sldMkLst>
      </pc:sldChg>
      <pc:sldChg chg="del">
        <pc:chgData name="Julie Moors" userId="b6a232ef-499d-4352-8265-cb79d44b0df6" providerId="ADAL" clId="{2812E466-3342-4039-8E84-5AE8E44FA356}" dt="2025-03-11T08:48:48.329" v="1" actId="47"/>
        <pc:sldMkLst>
          <pc:docMk/>
          <pc:sldMk cId="1861512440" sldId="359"/>
        </pc:sldMkLst>
      </pc:sldChg>
      <pc:sldChg chg="del">
        <pc:chgData name="Julie Moors" userId="b6a232ef-499d-4352-8265-cb79d44b0df6" providerId="ADAL" clId="{2812E466-3342-4039-8E84-5AE8E44FA356}" dt="2025-03-11T08:48:48.329" v="1" actId="47"/>
        <pc:sldMkLst>
          <pc:docMk/>
          <pc:sldMk cId="1845277969" sldId="360"/>
        </pc:sldMkLst>
      </pc:sldChg>
      <pc:sldChg chg="del">
        <pc:chgData name="Julie Moors" userId="b6a232ef-499d-4352-8265-cb79d44b0df6" providerId="ADAL" clId="{2812E466-3342-4039-8E84-5AE8E44FA356}" dt="2025-03-11T08:48:48.329" v="1" actId="47"/>
        <pc:sldMkLst>
          <pc:docMk/>
          <pc:sldMk cId="762102395" sldId="361"/>
        </pc:sldMkLst>
      </pc:sldChg>
      <pc:sldChg chg="del">
        <pc:chgData name="Julie Moors" userId="b6a232ef-499d-4352-8265-cb79d44b0df6" providerId="ADAL" clId="{2812E466-3342-4039-8E84-5AE8E44FA356}" dt="2025-03-11T08:48:48.329" v="1" actId="47"/>
        <pc:sldMkLst>
          <pc:docMk/>
          <pc:sldMk cId="1654614059" sldId="362"/>
        </pc:sldMkLst>
      </pc:sldChg>
      <pc:sldChg chg="del">
        <pc:chgData name="Julie Moors" userId="b6a232ef-499d-4352-8265-cb79d44b0df6" providerId="ADAL" clId="{2812E466-3342-4039-8E84-5AE8E44FA356}" dt="2025-03-11T08:48:48.329" v="1" actId="47"/>
        <pc:sldMkLst>
          <pc:docMk/>
          <pc:sldMk cId="3062466319" sldId="363"/>
        </pc:sldMkLst>
      </pc:sldChg>
      <pc:sldChg chg="del">
        <pc:chgData name="Julie Moors" userId="b6a232ef-499d-4352-8265-cb79d44b0df6" providerId="ADAL" clId="{2812E466-3342-4039-8E84-5AE8E44FA356}" dt="2025-03-11T08:48:48.329" v="1" actId="47"/>
        <pc:sldMkLst>
          <pc:docMk/>
          <pc:sldMk cId="1298081691" sldId="364"/>
        </pc:sldMkLst>
      </pc:sldChg>
      <pc:sldChg chg="del">
        <pc:chgData name="Julie Moors" userId="b6a232ef-499d-4352-8265-cb79d44b0df6" providerId="ADAL" clId="{2812E466-3342-4039-8E84-5AE8E44FA356}" dt="2025-03-11T08:48:48.329" v="1" actId="47"/>
        <pc:sldMkLst>
          <pc:docMk/>
          <pc:sldMk cId="1485219168" sldId="365"/>
        </pc:sldMkLst>
      </pc:sldChg>
      <pc:sldChg chg="del">
        <pc:chgData name="Julie Moors" userId="b6a232ef-499d-4352-8265-cb79d44b0df6" providerId="ADAL" clId="{2812E466-3342-4039-8E84-5AE8E44FA356}" dt="2025-03-11T08:48:48.329" v="1" actId="47"/>
        <pc:sldMkLst>
          <pc:docMk/>
          <pc:sldMk cId="2807069493" sldId="366"/>
        </pc:sldMkLst>
      </pc:sldChg>
      <pc:sldChg chg="del">
        <pc:chgData name="Julie Moors" userId="b6a232ef-499d-4352-8265-cb79d44b0df6" providerId="ADAL" clId="{2812E466-3342-4039-8E84-5AE8E44FA356}" dt="2025-03-11T08:48:48.329" v="1" actId="47"/>
        <pc:sldMkLst>
          <pc:docMk/>
          <pc:sldMk cId="1158802907" sldId="367"/>
        </pc:sldMkLst>
      </pc:sldChg>
      <pc:sldChg chg="del">
        <pc:chgData name="Julie Moors" userId="b6a232ef-499d-4352-8265-cb79d44b0df6" providerId="ADAL" clId="{2812E466-3342-4039-8E84-5AE8E44FA356}" dt="2025-03-11T08:48:48.329" v="1" actId="47"/>
        <pc:sldMkLst>
          <pc:docMk/>
          <pc:sldMk cId="1947773317" sldId="368"/>
        </pc:sldMkLst>
      </pc:sldChg>
      <pc:sldChg chg="del">
        <pc:chgData name="Julie Moors" userId="b6a232ef-499d-4352-8265-cb79d44b0df6" providerId="ADAL" clId="{2812E466-3342-4039-8E84-5AE8E44FA356}" dt="2025-03-11T08:48:48.329" v="1" actId="47"/>
        <pc:sldMkLst>
          <pc:docMk/>
          <pc:sldMk cId="1631061217" sldId="369"/>
        </pc:sldMkLst>
      </pc:sldChg>
      <pc:sldChg chg="del">
        <pc:chgData name="Julie Moors" userId="b6a232ef-499d-4352-8265-cb79d44b0df6" providerId="ADAL" clId="{2812E466-3342-4039-8E84-5AE8E44FA356}" dt="2025-03-11T08:48:48.329" v="1" actId="47"/>
        <pc:sldMkLst>
          <pc:docMk/>
          <pc:sldMk cId="2045820151" sldId="370"/>
        </pc:sldMkLst>
      </pc:sldChg>
      <pc:sldChg chg="del">
        <pc:chgData name="Julie Moors" userId="b6a232ef-499d-4352-8265-cb79d44b0df6" providerId="ADAL" clId="{2812E466-3342-4039-8E84-5AE8E44FA356}" dt="2025-03-11T08:48:48.329" v="1" actId="47"/>
        <pc:sldMkLst>
          <pc:docMk/>
          <pc:sldMk cId="671777706" sldId="371"/>
        </pc:sldMkLst>
      </pc:sldChg>
      <pc:sldChg chg="del">
        <pc:chgData name="Julie Moors" userId="b6a232ef-499d-4352-8265-cb79d44b0df6" providerId="ADAL" clId="{2812E466-3342-4039-8E84-5AE8E44FA356}" dt="2025-03-11T08:48:48.329" v="1" actId="47"/>
        <pc:sldMkLst>
          <pc:docMk/>
          <pc:sldMk cId="4276549394" sldId="372"/>
        </pc:sldMkLst>
      </pc:sldChg>
      <pc:sldChg chg="del">
        <pc:chgData name="Julie Moors" userId="b6a232ef-499d-4352-8265-cb79d44b0df6" providerId="ADAL" clId="{2812E466-3342-4039-8E84-5AE8E44FA356}" dt="2025-03-11T08:48:48.329" v="1" actId="47"/>
        <pc:sldMkLst>
          <pc:docMk/>
          <pc:sldMk cId="506813115" sldId="373"/>
        </pc:sldMkLst>
      </pc:sldChg>
      <pc:sldChg chg="del">
        <pc:chgData name="Julie Moors" userId="b6a232ef-499d-4352-8265-cb79d44b0df6" providerId="ADAL" clId="{2812E466-3342-4039-8E84-5AE8E44FA356}" dt="2025-03-11T08:48:48.329" v="1" actId="47"/>
        <pc:sldMkLst>
          <pc:docMk/>
          <pc:sldMk cId="2762394168" sldId="374"/>
        </pc:sldMkLst>
      </pc:sldChg>
      <pc:sldChg chg="del">
        <pc:chgData name="Julie Moors" userId="b6a232ef-499d-4352-8265-cb79d44b0df6" providerId="ADAL" clId="{2812E466-3342-4039-8E84-5AE8E44FA356}" dt="2025-03-11T08:48:48.329" v="1" actId="47"/>
        <pc:sldMkLst>
          <pc:docMk/>
          <pc:sldMk cId="2524549364" sldId="375"/>
        </pc:sldMkLst>
      </pc:sldChg>
      <pc:sldChg chg="del">
        <pc:chgData name="Julie Moors" userId="b6a232ef-499d-4352-8265-cb79d44b0df6" providerId="ADAL" clId="{2812E466-3342-4039-8E84-5AE8E44FA356}" dt="2025-03-11T08:48:48.329" v="1" actId="47"/>
        <pc:sldMkLst>
          <pc:docMk/>
          <pc:sldMk cId="259375054" sldId="376"/>
        </pc:sldMkLst>
      </pc:sldChg>
      <pc:sldChg chg="del">
        <pc:chgData name="Julie Moors" userId="b6a232ef-499d-4352-8265-cb79d44b0df6" providerId="ADAL" clId="{2812E466-3342-4039-8E84-5AE8E44FA356}" dt="2025-03-11T08:48:48.329" v="1" actId="47"/>
        <pc:sldMkLst>
          <pc:docMk/>
          <pc:sldMk cId="3626994554" sldId="377"/>
        </pc:sldMkLst>
      </pc:sldChg>
      <pc:sldChg chg="del">
        <pc:chgData name="Julie Moors" userId="b6a232ef-499d-4352-8265-cb79d44b0df6" providerId="ADAL" clId="{2812E466-3342-4039-8E84-5AE8E44FA356}" dt="2025-03-11T08:48:48.329" v="1" actId="47"/>
        <pc:sldMkLst>
          <pc:docMk/>
          <pc:sldMk cId="2715103924" sldId="379"/>
        </pc:sldMkLst>
      </pc:sldChg>
      <pc:sldChg chg="del">
        <pc:chgData name="Julie Moors" userId="b6a232ef-499d-4352-8265-cb79d44b0df6" providerId="ADAL" clId="{2812E466-3342-4039-8E84-5AE8E44FA356}" dt="2025-03-11T08:48:48.329" v="1" actId="47"/>
        <pc:sldMkLst>
          <pc:docMk/>
          <pc:sldMk cId="4104769841" sldId="380"/>
        </pc:sldMkLst>
      </pc:sldChg>
      <pc:sldChg chg="del">
        <pc:chgData name="Julie Moors" userId="b6a232ef-499d-4352-8265-cb79d44b0df6" providerId="ADAL" clId="{2812E466-3342-4039-8E84-5AE8E44FA356}" dt="2025-03-11T08:48:48.329" v="1" actId="47"/>
        <pc:sldMkLst>
          <pc:docMk/>
          <pc:sldMk cId="569919811" sldId="381"/>
        </pc:sldMkLst>
      </pc:sldChg>
      <pc:sldChg chg="del">
        <pc:chgData name="Julie Moors" userId="b6a232ef-499d-4352-8265-cb79d44b0df6" providerId="ADAL" clId="{2812E466-3342-4039-8E84-5AE8E44FA356}" dt="2025-03-11T08:48:48.329" v="1" actId="47"/>
        <pc:sldMkLst>
          <pc:docMk/>
          <pc:sldMk cId="1386434501" sldId="382"/>
        </pc:sldMkLst>
      </pc:sldChg>
      <pc:sldChg chg="del">
        <pc:chgData name="Julie Moors" userId="b6a232ef-499d-4352-8265-cb79d44b0df6" providerId="ADAL" clId="{2812E466-3342-4039-8E84-5AE8E44FA356}" dt="2025-03-11T08:48:48.329" v="1" actId="47"/>
        <pc:sldMkLst>
          <pc:docMk/>
          <pc:sldMk cId="1714874882" sldId="383"/>
        </pc:sldMkLst>
      </pc:sldChg>
      <pc:sldChg chg="del">
        <pc:chgData name="Julie Moors" userId="b6a232ef-499d-4352-8265-cb79d44b0df6" providerId="ADAL" clId="{2812E466-3342-4039-8E84-5AE8E44FA356}" dt="2025-03-11T08:48:48.329" v="1" actId="47"/>
        <pc:sldMkLst>
          <pc:docMk/>
          <pc:sldMk cId="2059602880" sldId="384"/>
        </pc:sldMkLst>
      </pc:sldChg>
      <pc:sldChg chg="del">
        <pc:chgData name="Julie Moors" userId="b6a232ef-499d-4352-8265-cb79d44b0df6" providerId="ADAL" clId="{2812E466-3342-4039-8E84-5AE8E44FA356}" dt="2025-03-11T08:48:48.329" v="1" actId="47"/>
        <pc:sldMkLst>
          <pc:docMk/>
          <pc:sldMk cId="2479568179" sldId="385"/>
        </pc:sldMkLst>
      </pc:sldChg>
      <pc:sldChg chg="del">
        <pc:chgData name="Julie Moors" userId="b6a232ef-499d-4352-8265-cb79d44b0df6" providerId="ADAL" clId="{2812E466-3342-4039-8E84-5AE8E44FA356}" dt="2025-03-11T08:48:48.329" v="1" actId="47"/>
        <pc:sldMkLst>
          <pc:docMk/>
          <pc:sldMk cId="3525066657" sldId="386"/>
        </pc:sldMkLst>
      </pc:sldChg>
      <pc:sldChg chg="del">
        <pc:chgData name="Julie Moors" userId="b6a232ef-499d-4352-8265-cb79d44b0df6" providerId="ADAL" clId="{2812E466-3342-4039-8E84-5AE8E44FA356}" dt="2025-03-11T08:48:48.329" v="1" actId="47"/>
        <pc:sldMkLst>
          <pc:docMk/>
          <pc:sldMk cId="512316526" sldId="387"/>
        </pc:sldMkLst>
      </pc:sldChg>
      <pc:sldChg chg="del">
        <pc:chgData name="Julie Moors" userId="b6a232ef-499d-4352-8265-cb79d44b0df6" providerId="ADAL" clId="{2812E466-3342-4039-8E84-5AE8E44FA356}" dt="2025-03-11T08:48:48.329" v="1" actId="47"/>
        <pc:sldMkLst>
          <pc:docMk/>
          <pc:sldMk cId="3077125494" sldId="388"/>
        </pc:sldMkLst>
      </pc:sldChg>
      <pc:sldChg chg="del">
        <pc:chgData name="Julie Moors" userId="b6a232ef-499d-4352-8265-cb79d44b0df6" providerId="ADAL" clId="{2812E466-3342-4039-8E84-5AE8E44FA356}" dt="2025-03-11T08:48:48.329" v="1" actId="47"/>
        <pc:sldMkLst>
          <pc:docMk/>
          <pc:sldMk cId="217627262" sldId="389"/>
        </pc:sldMkLst>
      </pc:sldChg>
      <pc:sldChg chg="del">
        <pc:chgData name="Julie Moors" userId="b6a232ef-499d-4352-8265-cb79d44b0df6" providerId="ADAL" clId="{2812E466-3342-4039-8E84-5AE8E44FA356}" dt="2025-03-11T08:48:48.329" v="1" actId="47"/>
        <pc:sldMkLst>
          <pc:docMk/>
          <pc:sldMk cId="994796390" sldId="390"/>
        </pc:sldMkLst>
      </pc:sldChg>
      <pc:sldChg chg="del">
        <pc:chgData name="Julie Moors" userId="b6a232ef-499d-4352-8265-cb79d44b0df6" providerId="ADAL" clId="{2812E466-3342-4039-8E84-5AE8E44FA356}" dt="2025-03-11T08:48:48.329" v="1" actId="47"/>
        <pc:sldMkLst>
          <pc:docMk/>
          <pc:sldMk cId="1604084366" sldId="391"/>
        </pc:sldMkLst>
      </pc:sldChg>
      <pc:sldChg chg="del">
        <pc:chgData name="Julie Moors" userId="b6a232ef-499d-4352-8265-cb79d44b0df6" providerId="ADAL" clId="{2812E466-3342-4039-8E84-5AE8E44FA356}" dt="2025-03-11T08:48:48.329" v="1" actId="47"/>
        <pc:sldMkLst>
          <pc:docMk/>
          <pc:sldMk cId="1355620592" sldId="392"/>
        </pc:sldMkLst>
      </pc:sldChg>
      <pc:sldChg chg="del">
        <pc:chgData name="Julie Moors" userId="b6a232ef-499d-4352-8265-cb79d44b0df6" providerId="ADAL" clId="{2812E466-3342-4039-8E84-5AE8E44FA356}" dt="2025-03-11T08:48:48.329" v="1" actId="47"/>
        <pc:sldMkLst>
          <pc:docMk/>
          <pc:sldMk cId="544660703" sldId="393"/>
        </pc:sldMkLst>
      </pc:sldChg>
    </pc:docChg>
  </pc:docChgLst>
  <pc:docChgLst>
    <pc:chgData name="Julie Moors" userId="b6a232ef-499d-4352-8265-cb79d44b0df6" providerId="ADAL" clId="{273187A2-1604-44F5-A53F-7E924C49CF66}"/>
    <pc:docChg chg="undo custSel addSld delSld modSld sldOrd">
      <pc:chgData name="Julie Moors" userId="b6a232ef-499d-4352-8265-cb79d44b0df6" providerId="ADAL" clId="{273187A2-1604-44F5-A53F-7E924C49CF66}" dt="2025-05-19T08:39:33.180" v="148" actId="47"/>
      <pc:docMkLst>
        <pc:docMk/>
      </pc:docMkLst>
      <pc:sldChg chg="del">
        <pc:chgData name="Julie Moors" userId="b6a232ef-499d-4352-8265-cb79d44b0df6" providerId="ADAL" clId="{273187A2-1604-44F5-A53F-7E924C49CF66}" dt="2025-05-19T08:39:33.180" v="148" actId="47"/>
        <pc:sldMkLst>
          <pc:docMk/>
          <pc:sldMk cId="73451703" sldId="259"/>
        </pc:sldMkLst>
      </pc:sldChg>
      <pc:sldChg chg="del">
        <pc:chgData name="Julie Moors" userId="b6a232ef-499d-4352-8265-cb79d44b0df6" providerId="ADAL" clId="{273187A2-1604-44F5-A53F-7E924C49CF66}" dt="2025-05-19T08:39:33.180" v="148" actId="47"/>
        <pc:sldMkLst>
          <pc:docMk/>
          <pc:sldMk cId="2693584829" sldId="260"/>
        </pc:sldMkLst>
      </pc:sldChg>
      <pc:sldChg chg="del">
        <pc:chgData name="Julie Moors" userId="b6a232ef-499d-4352-8265-cb79d44b0df6" providerId="ADAL" clId="{273187A2-1604-44F5-A53F-7E924C49CF66}" dt="2025-05-19T08:39:33.180" v="148" actId="47"/>
        <pc:sldMkLst>
          <pc:docMk/>
          <pc:sldMk cId="2015698524" sldId="261"/>
        </pc:sldMkLst>
      </pc:sldChg>
      <pc:sldChg chg="del">
        <pc:chgData name="Julie Moors" userId="b6a232ef-499d-4352-8265-cb79d44b0df6" providerId="ADAL" clId="{273187A2-1604-44F5-A53F-7E924C49CF66}" dt="2025-05-19T08:39:33.180" v="148" actId="47"/>
        <pc:sldMkLst>
          <pc:docMk/>
          <pc:sldMk cId="769996805" sldId="262"/>
        </pc:sldMkLst>
      </pc:sldChg>
      <pc:sldChg chg="del">
        <pc:chgData name="Julie Moors" userId="b6a232ef-499d-4352-8265-cb79d44b0df6" providerId="ADAL" clId="{273187A2-1604-44F5-A53F-7E924C49CF66}" dt="2025-05-19T08:39:33.180" v="148" actId="47"/>
        <pc:sldMkLst>
          <pc:docMk/>
          <pc:sldMk cId="3603481240" sldId="263"/>
        </pc:sldMkLst>
      </pc:sldChg>
      <pc:sldChg chg="addSp delSp modSp mod ord">
        <pc:chgData name="Julie Moors" userId="b6a232ef-499d-4352-8265-cb79d44b0df6" providerId="ADAL" clId="{273187A2-1604-44F5-A53F-7E924C49CF66}" dt="2025-05-14T14:10:42.062" v="146" actId="1076"/>
        <pc:sldMkLst>
          <pc:docMk/>
          <pc:sldMk cId="2248298257" sldId="264"/>
        </pc:sldMkLst>
      </pc:sldChg>
      <pc:sldChg chg="del">
        <pc:chgData name="Julie Moors" userId="b6a232ef-499d-4352-8265-cb79d44b0df6" providerId="ADAL" clId="{273187A2-1604-44F5-A53F-7E924C49CF66}" dt="2025-05-19T08:39:33.180" v="148" actId="47"/>
        <pc:sldMkLst>
          <pc:docMk/>
          <pc:sldMk cId="2390344191" sldId="265"/>
        </pc:sldMkLst>
      </pc:sldChg>
      <pc:sldChg chg="del">
        <pc:chgData name="Julie Moors" userId="b6a232ef-499d-4352-8265-cb79d44b0df6" providerId="ADAL" clId="{273187A2-1604-44F5-A53F-7E924C49CF66}" dt="2025-05-19T08:39:33.180" v="148" actId="47"/>
        <pc:sldMkLst>
          <pc:docMk/>
          <pc:sldMk cId="2100288371" sldId="266"/>
        </pc:sldMkLst>
      </pc:sldChg>
      <pc:sldChg chg="del">
        <pc:chgData name="Julie Moors" userId="b6a232ef-499d-4352-8265-cb79d44b0df6" providerId="ADAL" clId="{273187A2-1604-44F5-A53F-7E924C49CF66}" dt="2025-05-19T08:39:33.180" v="148" actId="47"/>
        <pc:sldMkLst>
          <pc:docMk/>
          <pc:sldMk cId="1780738450" sldId="267"/>
        </pc:sldMkLst>
      </pc:sldChg>
      <pc:sldChg chg="del">
        <pc:chgData name="Julie Moors" userId="b6a232ef-499d-4352-8265-cb79d44b0df6" providerId="ADAL" clId="{273187A2-1604-44F5-A53F-7E924C49CF66}" dt="2025-05-19T08:39:33.180" v="148" actId="47"/>
        <pc:sldMkLst>
          <pc:docMk/>
          <pc:sldMk cId="1638460049" sldId="268"/>
        </pc:sldMkLst>
      </pc:sldChg>
      <pc:sldChg chg="del">
        <pc:chgData name="Julie Moors" userId="b6a232ef-499d-4352-8265-cb79d44b0df6" providerId="ADAL" clId="{273187A2-1604-44F5-A53F-7E924C49CF66}" dt="2025-05-14T14:07:10.073" v="119" actId="47"/>
        <pc:sldMkLst>
          <pc:docMk/>
          <pc:sldMk cId="1250809236" sldId="275"/>
        </pc:sldMkLst>
      </pc:sldChg>
      <pc:sldChg chg="del">
        <pc:chgData name="Julie Moors" userId="b6a232ef-499d-4352-8265-cb79d44b0df6" providerId="ADAL" clId="{273187A2-1604-44F5-A53F-7E924C49CF66}" dt="2025-05-19T08:39:33.180" v="148" actId="47"/>
        <pc:sldMkLst>
          <pc:docMk/>
          <pc:sldMk cId="2411457799" sldId="277"/>
        </pc:sldMkLst>
      </pc:sldChg>
      <pc:sldChg chg="del">
        <pc:chgData name="Julie Moors" userId="b6a232ef-499d-4352-8265-cb79d44b0df6" providerId="ADAL" clId="{273187A2-1604-44F5-A53F-7E924C49CF66}" dt="2025-05-19T08:39:33.180" v="148" actId="47"/>
        <pc:sldMkLst>
          <pc:docMk/>
          <pc:sldMk cId="3924886732" sldId="279"/>
        </pc:sldMkLst>
      </pc:sldChg>
      <pc:sldChg chg="delSp modSp mod ord">
        <pc:chgData name="Julie Moors" userId="b6a232ef-499d-4352-8265-cb79d44b0df6" providerId="ADAL" clId="{273187A2-1604-44F5-A53F-7E924C49CF66}" dt="2025-05-14T14:04:08.222" v="91" actId="207"/>
        <pc:sldMkLst>
          <pc:docMk/>
          <pc:sldMk cId="1839107981" sldId="281"/>
        </pc:sldMkLst>
      </pc:sldChg>
      <pc:sldChg chg="delSp modSp mod">
        <pc:chgData name="Julie Moors" userId="b6a232ef-499d-4352-8265-cb79d44b0df6" providerId="ADAL" clId="{273187A2-1604-44F5-A53F-7E924C49CF66}" dt="2025-05-14T13:59:06.824" v="19" actId="27636"/>
        <pc:sldMkLst>
          <pc:docMk/>
          <pc:sldMk cId="2453447178" sldId="282"/>
        </pc:sldMkLst>
      </pc:sldChg>
      <pc:sldChg chg="modSp new mod">
        <pc:chgData name="Julie Moors" userId="b6a232ef-499d-4352-8265-cb79d44b0df6" providerId="ADAL" clId="{273187A2-1604-44F5-A53F-7E924C49CF66}" dt="2025-05-14T13:58:25.825" v="5" actId="20577"/>
        <pc:sldMkLst>
          <pc:docMk/>
          <pc:sldMk cId="799185534" sldId="283"/>
        </pc:sldMkLst>
      </pc:sldChg>
      <pc:sldChg chg="addSp modSp new mod">
        <pc:chgData name="Julie Moors" userId="b6a232ef-499d-4352-8265-cb79d44b0df6" providerId="ADAL" clId="{273187A2-1604-44F5-A53F-7E924C49CF66}" dt="2025-05-14T14:00:41.737" v="63" actId="27636"/>
        <pc:sldMkLst>
          <pc:docMk/>
          <pc:sldMk cId="1748759987" sldId="284"/>
        </pc:sldMkLst>
      </pc:sldChg>
      <pc:sldChg chg="addSp delSp modSp new mod modClrScheme chgLayout">
        <pc:chgData name="Julie Moors" userId="b6a232ef-499d-4352-8265-cb79d44b0df6" providerId="ADAL" clId="{273187A2-1604-44F5-A53F-7E924C49CF66}" dt="2025-05-14T14:06:16.429" v="110" actId="113"/>
        <pc:sldMkLst>
          <pc:docMk/>
          <pc:sldMk cId="1917124686" sldId="285"/>
        </pc:sldMkLst>
      </pc:sldChg>
      <pc:sldChg chg="addSp modSp new mod">
        <pc:chgData name="Julie Moors" userId="b6a232ef-499d-4352-8265-cb79d44b0df6" providerId="ADAL" clId="{273187A2-1604-44F5-A53F-7E924C49CF66}" dt="2025-05-14T14:19:40.383" v="147" actId="20577"/>
        <pc:sldMkLst>
          <pc:docMk/>
          <pc:sldMk cId="1004270478" sldId="286"/>
        </pc:sldMkLst>
      </pc:sldChg>
    </pc:docChg>
  </pc:docChgLst>
  <pc:docChgLst>
    <pc:chgData name="Julie Moors" userId="b6a232ef-499d-4352-8265-cb79d44b0df6" providerId="ADAL" clId="{523F22E0-CA22-486B-ACBD-34384532D44C}"/>
    <pc:docChg chg="custSel modSld">
      <pc:chgData name="Julie Moors" userId="b6a232ef-499d-4352-8265-cb79d44b0df6" providerId="ADAL" clId="{523F22E0-CA22-486B-ACBD-34384532D44C}" dt="2025-08-22T12:17:16.034" v="137" actId="113"/>
      <pc:docMkLst>
        <pc:docMk/>
      </pc:docMkLst>
      <pc:sldChg chg="addSp delSp modSp mod">
        <pc:chgData name="Julie Moors" userId="b6a232ef-499d-4352-8265-cb79d44b0df6" providerId="ADAL" clId="{523F22E0-CA22-486B-ACBD-34384532D44C}" dt="2025-07-18T12:36:34.237" v="132" actId="403"/>
        <pc:sldMkLst>
          <pc:docMk/>
          <pc:sldMk cId="2248298257" sldId="264"/>
        </pc:sldMkLst>
      </pc:sldChg>
      <pc:sldChg chg="modSp mod modNotesTx">
        <pc:chgData name="Julie Moors" userId="b6a232ef-499d-4352-8265-cb79d44b0df6" providerId="ADAL" clId="{523F22E0-CA22-486B-ACBD-34384532D44C}" dt="2025-08-22T12:17:16.034" v="137" actId="113"/>
        <pc:sldMkLst>
          <pc:docMk/>
          <pc:sldMk cId="2492115189" sldId="280"/>
        </pc:sldMkLst>
        <pc:spChg chg="mod">
          <ac:chgData name="Julie Moors" userId="b6a232ef-499d-4352-8265-cb79d44b0df6" providerId="ADAL" clId="{523F22E0-CA22-486B-ACBD-34384532D44C}" dt="2025-08-22T12:08:07.192" v="134" actId="113"/>
          <ac:spMkLst>
            <pc:docMk/>
            <pc:sldMk cId="2492115189" sldId="280"/>
            <ac:spMk id="3" creationId="{3842632B-C391-899A-BE97-36856B65DCB8}"/>
          </ac:spMkLst>
        </pc:spChg>
      </pc:sldChg>
      <pc:sldChg chg="modSp mod">
        <pc:chgData name="Julie Moors" userId="b6a232ef-499d-4352-8265-cb79d44b0df6" providerId="ADAL" clId="{523F22E0-CA22-486B-ACBD-34384532D44C}" dt="2025-07-18T12:08:15.512" v="2" actId="207"/>
        <pc:sldMkLst>
          <pc:docMk/>
          <pc:sldMk cId="2453447178" sldId="282"/>
        </pc:sldMkLst>
      </pc:sldChg>
      <pc:sldChg chg="modSp mod">
        <pc:chgData name="Julie Moors" userId="b6a232ef-499d-4352-8265-cb79d44b0df6" providerId="ADAL" clId="{523F22E0-CA22-486B-ACBD-34384532D44C}" dt="2025-07-18T12:08:31.490" v="4" actId="27636"/>
        <pc:sldMkLst>
          <pc:docMk/>
          <pc:sldMk cId="799185534" sldId="283"/>
        </pc:sldMkLst>
      </pc:sldChg>
      <pc:sldChg chg="modSp mod">
        <pc:chgData name="Julie Moors" userId="b6a232ef-499d-4352-8265-cb79d44b0df6" providerId="ADAL" clId="{523F22E0-CA22-486B-ACBD-34384532D44C}" dt="2025-07-18T12:27:47.849" v="5" actId="2711"/>
        <pc:sldMkLst>
          <pc:docMk/>
          <pc:sldMk cId="1917124686"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262F1-3681-41EC-ABF5-FB4B9D8A9B47}" type="datetimeFigureOut">
              <a:rPr lang="fr-BE" smtClean="0"/>
              <a:t>20-08-25</a:t>
            </a:fld>
            <a:endParaRPr lang="fr-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209458-76B0-492C-AE3B-5216EDE26413}" type="slidenum">
              <a:rPr lang="fr-BE" smtClean="0"/>
              <a:t>‹#›</a:t>
            </a:fld>
            <a:endParaRPr lang="fr-BE"/>
          </a:p>
        </p:txBody>
      </p:sp>
    </p:spTree>
    <p:extLst>
      <p:ext uri="{BB962C8B-B14F-4D97-AF65-F5344CB8AC3E}">
        <p14:creationId xmlns:p14="http://schemas.microsoft.com/office/powerpoint/2010/main" val="2400112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classes dedicated to the completion of your final project will take place in the classroom. We encourage you to ask for as much feedback as possible on your progress at each stage.</a:t>
            </a:r>
          </a:p>
          <a:p>
            <a:endParaRPr lang="en-US" dirty="0"/>
          </a:p>
          <a:p>
            <a:r>
              <a:rPr lang="en-US" dirty="0"/>
              <a:t>Note for the trainer: remember to </a:t>
            </a:r>
            <a:r>
              <a:rPr lang="en-US" b="1" dirty="0"/>
              <a:t>leave enough time at the end </a:t>
            </a:r>
            <a:r>
              <a:rPr lang="en-US" dirty="0"/>
              <a:t>for the students to present their projects and give them feedback and an assessment.</a:t>
            </a:r>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3</a:t>
            </a:fld>
            <a:endParaRPr lang="fr-BE"/>
          </a:p>
        </p:txBody>
      </p:sp>
    </p:spTree>
    <p:extLst>
      <p:ext uri="{BB962C8B-B14F-4D97-AF65-F5344CB8AC3E}">
        <p14:creationId xmlns:p14="http://schemas.microsoft.com/office/powerpoint/2010/main" val="1468044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4</a:t>
            </a:fld>
            <a:endParaRPr lang="fr-BE"/>
          </a:p>
        </p:txBody>
      </p:sp>
    </p:spTree>
    <p:extLst>
      <p:ext uri="{BB962C8B-B14F-4D97-AF65-F5344CB8AC3E}">
        <p14:creationId xmlns:p14="http://schemas.microsoft.com/office/powerpoint/2010/main" val="1161760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5</a:t>
            </a:fld>
            <a:endParaRPr lang="fr-BE"/>
          </a:p>
        </p:txBody>
      </p:sp>
    </p:spTree>
    <p:extLst>
      <p:ext uri="{BB962C8B-B14F-4D97-AF65-F5344CB8AC3E}">
        <p14:creationId xmlns:p14="http://schemas.microsoft.com/office/powerpoint/2010/main" val="3181855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6</a:t>
            </a:fld>
            <a:endParaRPr lang="fr-BE"/>
          </a:p>
        </p:txBody>
      </p:sp>
    </p:spTree>
    <p:extLst>
      <p:ext uri="{BB962C8B-B14F-4D97-AF65-F5344CB8AC3E}">
        <p14:creationId xmlns:p14="http://schemas.microsoft.com/office/powerpoint/2010/main" val="747941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7</a:t>
            </a:fld>
            <a:endParaRPr lang="fr-BE"/>
          </a:p>
        </p:txBody>
      </p:sp>
    </p:spTree>
    <p:extLst>
      <p:ext uri="{BB962C8B-B14F-4D97-AF65-F5344CB8AC3E}">
        <p14:creationId xmlns:p14="http://schemas.microsoft.com/office/powerpoint/2010/main" val="4124421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8</a:t>
            </a:fld>
            <a:endParaRPr lang="fr-BE"/>
          </a:p>
        </p:txBody>
      </p:sp>
    </p:spTree>
    <p:extLst>
      <p:ext uri="{BB962C8B-B14F-4D97-AF65-F5344CB8AC3E}">
        <p14:creationId xmlns:p14="http://schemas.microsoft.com/office/powerpoint/2010/main" val="3459989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9</a:t>
            </a:fld>
            <a:endParaRPr lang="fr-BE"/>
          </a:p>
        </p:txBody>
      </p:sp>
    </p:spTree>
    <p:extLst>
      <p:ext uri="{BB962C8B-B14F-4D97-AF65-F5344CB8AC3E}">
        <p14:creationId xmlns:p14="http://schemas.microsoft.com/office/powerpoint/2010/main" val="3020674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10</a:t>
            </a:fld>
            <a:endParaRPr lang="fr-BE"/>
          </a:p>
        </p:txBody>
      </p:sp>
    </p:spTree>
    <p:extLst>
      <p:ext uri="{BB962C8B-B14F-4D97-AF65-F5344CB8AC3E}">
        <p14:creationId xmlns:p14="http://schemas.microsoft.com/office/powerpoint/2010/main" val="13777814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dirty="0"/>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dirty="0"/>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aslovni slaj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8A7D5785-C017-9CDE-887E-053A663A78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3811607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Naslov i sadržaj">
    <p:spTree>
      <p:nvGrpSpPr>
        <p:cNvPr id="1" name=""/>
        <p:cNvGrpSpPr/>
        <p:nvPr/>
      </p:nvGrpSpPr>
      <p:grpSpPr>
        <a:xfrm>
          <a:off x="0" y="0"/>
          <a:ext cx="0" cy="0"/>
          <a:chOff x="0" y="0"/>
          <a:chExt cx="0" cy="0"/>
        </a:xfrm>
      </p:grpSpPr>
      <p:pic>
        <p:nvPicPr>
          <p:cNvPr id="5" name="Slika 4" descr="Slika na kojoj se prikazuje crta, alat, dizajn&#10;&#10;Opis je automatski generiran">
            <a:extLst>
              <a:ext uri="{FF2B5EF4-FFF2-40B4-BE49-F238E27FC236}">
                <a16:creationId xmlns:a16="http://schemas.microsoft.com/office/drawing/2014/main" id="{7174B7B0-D794-7A54-5CF6-E0A21E0E58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498932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_Dva sadržaja">
    <p:spTree>
      <p:nvGrpSpPr>
        <p:cNvPr id="1" name=""/>
        <p:cNvGrpSpPr/>
        <p:nvPr/>
      </p:nvGrpSpPr>
      <p:grpSpPr>
        <a:xfrm>
          <a:off x="0" y="0"/>
          <a:ext cx="0" cy="0"/>
          <a:chOff x="0" y="0"/>
          <a:chExt cx="0" cy="0"/>
        </a:xfrm>
      </p:grpSpPr>
      <p:pic>
        <p:nvPicPr>
          <p:cNvPr id="6" name="Slika 5">
            <a:extLst>
              <a:ext uri="{FF2B5EF4-FFF2-40B4-BE49-F238E27FC236}">
                <a16:creationId xmlns:a16="http://schemas.microsoft.com/office/drawing/2014/main" id="{78154B72-B9D9-7CC8-2522-C7E3F4476C3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1638972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1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46221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2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545302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3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2130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4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13623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5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721596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6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758510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0F6218-7FD0-4DD6-AFC5-08C4A05D6C0B}" type="datetimeFigureOut">
              <a:rPr lang="en-US" smtClean="0"/>
              <a:t>8/20/2025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F2C487-0981-408E-B048-5940796DAFDE}" type="slidenum">
              <a:rPr lang="en-US" smtClean="0"/>
              <a:t>‹#›</a:t>
            </a:fld>
            <a:endParaRPr lang="en-US"/>
          </a:p>
        </p:txBody>
      </p:sp>
    </p:spTree>
    <p:extLst>
      <p:ext uri="{BB962C8B-B14F-4D97-AF65-F5344CB8AC3E}">
        <p14:creationId xmlns:p14="http://schemas.microsoft.com/office/powerpoint/2010/main" val="4233071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dirty="0"/>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20.8.2025.</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6" r:id="rId5"/>
    <p:sldLayoutId id="2147483652" r:id="rId6"/>
    <p:sldLayoutId id="2147483661" r:id="rId7"/>
    <p:sldLayoutId id="2147483676" r:id="rId8"/>
    <p:sldLayoutId id="2147483677" r:id="rId9"/>
    <p:sldLayoutId id="2147483678" r:id="rId10"/>
    <p:sldLayoutId id="2147483679" r:id="rId11"/>
    <p:sldLayoutId id="2147483680" r:id="rId12"/>
    <p:sldLayoutId id="2147483681" r:id="rId13"/>
    <p:sldLayoutId id="2147483669" r:id="rId14"/>
    <p:sldLayoutId id="2147483682"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slov 3">
            <a:extLst>
              <a:ext uri="{FF2B5EF4-FFF2-40B4-BE49-F238E27FC236}">
                <a16:creationId xmlns:a16="http://schemas.microsoft.com/office/drawing/2014/main" id="{4022C4E9-1E70-8866-3479-A24FD93D0CAC}"/>
              </a:ext>
            </a:extLst>
          </p:cNvPr>
          <p:cNvSpPr>
            <a:spLocks noGrp="1"/>
          </p:cNvSpPr>
          <p:nvPr>
            <p:ph type="ctrTitle"/>
          </p:nvPr>
        </p:nvSpPr>
        <p:spPr/>
        <p:txBody>
          <a:bodyPr/>
          <a:lstStyle/>
          <a:p>
            <a:r>
              <a:rPr lang="fr-BE" dirty="0"/>
              <a:t>SHIFT4IT</a:t>
            </a:r>
            <a:endParaRPr lang="hr-HR" dirty="0"/>
          </a:p>
        </p:txBody>
      </p:sp>
      <p:sp>
        <p:nvSpPr>
          <p:cNvPr id="5" name="Podnaslov 4">
            <a:extLst>
              <a:ext uri="{FF2B5EF4-FFF2-40B4-BE49-F238E27FC236}">
                <a16:creationId xmlns:a16="http://schemas.microsoft.com/office/drawing/2014/main" id="{2D59F4E1-B531-21D4-1874-34304F7DAD4F}"/>
              </a:ext>
            </a:extLst>
          </p:cNvPr>
          <p:cNvSpPr>
            <a:spLocks noGrp="1"/>
          </p:cNvSpPr>
          <p:nvPr>
            <p:ph type="subTitle" idx="1"/>
          </p:nvPr>
        </p:nvSpPr>
        <p:spPr/>
        <p:txBody>
          <a:bodyPr/>
          <a:lstStyle/>
          <a:p>
            <a:r>
              <a:rPr lang="en-US" b="0" i="0" dirty="0">
                <a:solidFill>
                  <a:srgbClr val="000000"/>
                </a:solidFill>
                <a:effectLst/>
                <a:latin typeface="Nunito" pitchFamily="2" charset="0"/>
              </a:rPr>
              <a:t>Shifting the </a:t>
            </a:r>
            <a:r>
              <a:rPr lang="en-US" b="0" i="0" dirty="0" err="1">
                <a:solidFill>
                  <a:srgbClr val="000000"/>
                </a:solidFill>
                <a:effectLst/>
                <a:latin typeface="Nunito" pitchFamily="2" charset="0"/>
              </a:rPr>
              <a:t>paradygm</a:t>
            </a:r>
            <a:r>
              <a:rPr lang="en-US" b="0" i="0" dirty="0">
                <a:solidFill>
                  <a:srgbClr val="000000"/>
                </a:solidFill>
                <a:effectLst/>
                <a:latin typeface="Nunito" pitchFamily="2" charset="0"/>
              </a:rPr>
              <a:t> for women in IT sector</a:t>
            </a:r>
            <a:endParaRPr lang="hr-HR" dirty="0"/>
          </a:p>
        </p:txBody>
      </p:sp>
    </p:spTree>
    <p:extLst>
      <p:ext uri="{BB962C8B-B14F-4D97-AF65-F5344CB8AC3E}">
        <p14:creationId xmlns:p14="http://schemas.microsoft.com/office/powerpoint/2010/main" val="495518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E2ED4-5888-DFB5-4AB8-89AFE91A8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02E7D-9485-C4A2-3543-FC98465381D9}"/>
              </a:ext>
            </a:extLst>
          </p:cNvPr>
          <p:cNvSpPr>
            <a:spLocks noGrp="1"/>
          </p:cNvSpPr>
          <p:nvPr>
            <p:ph type="ctrTitle"/>
          </p:nvPr>
        </p:nvSpPr>
        <p:spPr/>
        <p:txBody>
          <a:bodyPr/>
          <a:lstStyle/>
          <a:p>
            <a:r>
              <a:rPr lang="en-GB" dirty="0"/>
              <a:t>Project</a:t>
            </a:r>
            <a:endParaRPr lang="fr-BE" dirty="0"/>
          </a:p>
        </p:txBody>
      </p:sp>
    </p:spTree>
    <p:extLst>
      <p:ext uri="{BB962C8B-B14F-4D97-AF65-F5344CB8AC3E}">
        <p14:creationId xmlns:p14="http://schemas.microsoft.com/office/powerpoint/2010/main" val="1529722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3DE02-A695-E83C-B80F-DEE6DDEF023A}"/>
              </a:ext>
            </a:extLst>
          </p:cNvPr>
          <p:cNvSpPr>
            <a:spLocks noGrp="1"/>
          </p:cNvSpPr>
          <p:nvPr>
            <p:ph type="title"/>
          </p:nvPr>
        </p:nvSpPr>
        <p:spPr/>
        <p:txBody>
          <a:bodyPr>
            <a:normAutofit/>
          </a:bodyPr>
          <a:lstStyle/>
          <a:p>
            <a:r>
              <a:rPr lang="fr-BE" dirty="0"/>
              <a:t>Objectives</a:t>
            </a:r>
          </a:p>
        </p:txBody>
      </p:sp>
      <p:sp>
        <p:nvSpPr>
          <p:cNvPr id="3" name="Content Placeholder 2">
            <a:extLst>
              <a:ext uri="{FF2B5EF4-FFF2-40B4-BE49-F238E27FC236}">
                <a16:creationId xmlns:a16="http://schemas.microsoft.com/office/drawing/2014/main" id="{3842632B-C391-899A-BE97-36856B65DCB8}"/>
              </a:ext>
            </a:extLst>
          </p:cNvPr>
          <p:cNvSpPr>
            <a:spLocks noGrp="1"/>
          </p:cNvSpPr>
          <p:nvPr>
            <p:ph idx="1"/>
          </p:nvPr>
        </p:nvSpPr>
        <p:spPr/>
        <p:txBody>
          <a:bodyPr>
            <a:normAutofit fontScale="92500" lnSpcReduction="20000"/>
          </a:bodyPr>
          <a:lstStyle/>
          <a:p>
            <a:r>
              <a:rPr lang="en-US" dirty="0"/>
              <a:t>In this lesson, you will work </a:t>
            </a:r>
            <a:r>
              <a:rPr lang="en-US" b="1" dirty="0"/>
              <a:t>individually</a:t>
            </a:r>
            <a:r>
              <a:rPr lang="en-US" dirty="0"/>
              <a:t> towards creating a </a:t>
            </a:r>
            <a:r>
              <a:rPr lang="en-US" b="1" dirty="0"/>
              <a:t>final deliverable</a:t>
            </a:r>
            <a:r>
              <a:rPr lang="en-US" dirty="0"/>
              <a:t>, which can be a </a:t>
            </a:r>
            <a:r>
              <a:rPr lang="en-US" b="1" dirty="0"/>
              <a:t>prototype, design system, or case study</a:t>
            </a:r>
            <a:r>
              <a:rPr lang="en-US" dirty="0"/>
              <a:t>.</a:t>
            </a:r>
          </a:p>
          <a:p>
            <a:r>
              <a:rPr lang="en-US" dirty="0"/>
              <a:t>Your deliverable should be </a:t>
            </a:r>
            <a:r>
              <a:rPr lang="en-US" b="1" dirty="0"/>
              <a:t>portfolio-ready</a:t>
            </a:r>
            <a:r>
              <a:rPr lang="en-US" dirty="0"/>
              <a:t>, showcasing your skills and expertise in a professional manner.</a:t>
            </a:r>
          </a:p>
          <a:p>
            <a:r>
              <a:rPr lang="en-US" dirty="0"/>
              <a:t>Throughout the lesson, you will be guided through the </a:t>
            </a:r>
            <a:r>
              <a:rPr lang="en-US" b="1" dirty="0"/>
              <a:t>ideation, development, and refinement</a:t>
            </a:r>
            <a:r>
              <a:rPr lang="en-US" dirty="0"/>
              <a:t> process to ensure your project meets industry standards.</a:t>
            </a:r>
          </a:p>
          <a:p>
            <a:r>
              <a:rPr lang="en-US" dirty="0"/>
              <a:t>You are encouraged to seek </a:t>
            </a:r>
            <a:r>
              <a:rPr lang="en-US" b="1" dirty="0"/>
              <a:t>regular feedback and iterate</a:t>
            </a:r>
            <a:r>
              <a:rPr lang="en-US" dirty="0"/>
              <a:t> on your work to enhance the final outcome.</a:t>
            </a:r>
          </a:p>
          <a:p>
            <a:r>
              <a:rPr lang="en-US" dirty="0"/>
              <a:t>By the end of the lesson, you will have a </a:t>
            </a:r>
            <a:r>
              <a:rPr lang="en-US" b="1" dirty="0"/>
              <a:t>well-structured and polished</a:t>
            </a:r>
            <a:r>
              <a:rPr lang="en-US" dirty="0"/>
              <a:t> piece that can be integrated into your </a:t>
            </a:r>
            <a:r>
              <a:rPr lang="en-US" b="1" dirty="0"/>
              <a:t>professional portfolio</a:t>
            </a:r>
            <a:r>
              <a:rPr lang="en-US" dirty="0"/>
              <a:t>.</a:t>
            </a:r>
          </a:p>
        </p:txBody>
      </p:sp>
    </p:spTree>
    <p:extLst>
      <p:ext uri="{BB962C8B-B14F-4D97-AF65-F5344CB8AC3E}">
        <p14:creationId xmlns:p14="http://schemas.microsoft.com/office/powerpoint/2010/main" val="2492115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0215EE-BD4C-3564-974C-5426CD337562}"/>
              </a:ext>
            </a:extLst>
          </p:cNvPr>
          <p:cNvSpPr>
            <a:spLocks noGrp="1"/>
          </p:cNvSpPr>
          <p:nvPr>
            <p:ph idx="1"/>
          </p:nvPr>
        </p:nvSpPr>
        <p:spPr>
          <a:xfrm>
            <a:off x="838200" y="2268970"/>
            <a:ext cx="10515600" cy="4351338"/>
          </a:xfrm>
        </p:spPr>
        <p:txBody>
          <a:bodyPr>
            <a:normAutofit/>
          </a:bodyPr>
          <a:lstStyle/>
          <a:p>
            <a:pPr marL="0" indent="0" algn="ctr">
              <a:buNone/>
            </a:pPr>
            <a:r>
              <a:rPr lang="en-US" sz="5400" b="1" dirty="0"/>
              <a:t>Take this </a:t>
            </a:r>
            <a:r>
              <a:rPr lang="en-US" sz="5400" b="1" dirty="0">
                <a:solidFill>
                  <a:schemeClr val="accent2"/>
                </a:solidFill>
              </a:rPr>
              <a:t>opportunity</a:t>
            </a:r>
            <a:r>
              <a:rPr lang="en-US" sz="5400" b="1" dirty="0"/>
              <a:t> to </a:t>
            </a:r>
            <a:r>
              <a:rPr lang="en-US" sz="6600" b="1" dirty="0"/>
              <a:t>create</a:t>
            </a:r>
            <a:r>
              <a:rPr lang="en-US" sz="5400" b="1" dirty="0"/>
              <a:t> something </a:t>
            </a:r>
            <a:r>
              <a:rPr lang="en-US" sz="7200" b="1" dirty="0">
                <a:solidFill>
                  <a:schemeClr val="accent2"/>
                </a:solidFill>
              </a:rPr>
              <a:t>impactful</a:t>
            </a:r>
            <a:r>
              <a:rPr lang="en-US" sz="5400" b="1" dirty="0"/>
              <a:t> and </a:t>
            </a:r>
            <a:r>
              <a:rPr lang="en-US" sz="7200" b="1" dirty="0"/>
              <a:t>portfolio-worthy</a:t>
            </a:r>
            <a:r>
              <a:rPr lang="en-US" sz="5400" b="1" dirty="0"/>
              <a:t>!</a:t>
            </a:r>
            <a:br>
              <a:rPr lang="en-US" dirty="0"/>
            </a:br>
            <a:endParaRPr lang="fr-BE" dirty="0"/>
          </a:p>
        </p:txBody>
      </p:sp>
    </p:spTree>
    <p:extLst>
      <p:ext uri="{BB962C8B-B14F-4D97-AF65-F5344CB8AC3E}">
        <p14:creationId xmlns:p14="http://schemas.microsoft.com/office/powerpoint/2010/main" val="1839107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8291-E469-E101-17C3-6581A389AEE0}"/>
              </a:ext>
            </a:extLst>
          </p:cNvPr>
          <p:cNvSpPr>
            <a:spLocks noGrp="1"/>
          </p:cNvSpPr>
          <p:nvPr>
            <p:ph type="title"/>
          </p:nvPr>
        </p:nvSpPr>
        <p:spPr/>
        <p:txBody>
          <a:bodyPr/>
          <a:lstStyle/>
          <a:p>
            <a:r>
              <a:rPr lang="fr-FR" dirty="0" err="1"/>
              <a:t>What</a:t>
            </a:r>
            <a:r>
              <a:rPr lang="fr-FR" dirty="0"/>
              <a:t> the </a:t>
            </a:r>
            <a:r>
              <a:rPr lang="fr-FR" dirty="0" err="1"/>
              <a:t>theme</a:t>
            </a:r>
            <a:r>
              <a:rPr lang="fr-FR" dirty="0"/>
              <a:t>?</a:t>
            </a:r>
            <a:endParaRPr lang="fr-BE" dirty="0"/>
          </a:p>
        </p:txBody>
      </p:sp>
      <p:sp>
        <p:nvSpPr>
          <p:cNvPr id="3" name="Content Placeholder 2">
            <a:extLst>
              <a:ext uri="{FF2B5EF4-FFF2-40B4-BE49-F238E27FC236}">
                <a16:creationId xmlns:a16="http://schemas.microsoft.com/office/drawing/2014/main" id="{652393AF-A185-435D-153D-EA4386FEB72C}"/>
              </a:ext>
            </a:extLst>
          </p:cNvPr>
          <p:cNvSpPr>
            <a:spLocks noGrp="1"/>
          </p:cNvSpPr>
          <p:nvPr>
            <p:ph idx="1"/>
          </p:nvPr>
        </p:nvSpPr>
        <p:spPr>
          <a:xfrm>
            <a:off x="838200" y="1825625"/>
            <a:ext cx="10799618" cy="4351338"/>
          </a:xfrm>
        </p:spPr>
        <p:txBody>
          <a:bodyPr>
            <a:normAutofit fontScale="85000" lnSpcReduction="20000"/>
          </a:bodyPr>
          <a:lstStyle/>
          <a:p>
            <a:pPr marL="0" indent="0">
              <a:buNone/>
            </a:pPr>
            <a:r>
              <a:rPr lang="en-US" b="0" i="0" dirty="0" err="1">
                <a:effectLst/>
              </a:rPr>
              <a:t>CraftEase</a:t>
            </a:r>
            <a:r>
              <a:rPr lang="en-US" b="0" i="0" dirty="0">
                <a:effectLst/>
              </a:rPr>
              <a:t> is a web application solution developed for home improvement retailers who want to enhance customer engagement directly through their website. </a:t>
            </a:r>
          </a:p>
          <a:p>
            <a:pPr marL="0" indent="0">
              <a:buNone/>
            </a:pPr>
            <a:r>
              <a:rPr lang="en-US" b="0" i="0" dirty="0">
                <a:effectLst/>
              </a:rPr>
              <a:t>Our goal is to provide your store with an integrated digital service that helps manage DIY workshop registrations, promote project tutorials, and track tool/material availability in real time.</a:t>
            </a:r>
          </a:p>
          <a:p>
            <a:pPr marL="0" indent="0">
              <a:buNone/>
            </a:pPr>
            <a:br>
              <a:rPr lang="en-US" dirty="0"/>
            </a:br>
            <a:r>
              <a:rPr lang="en-US" b="0" i="0" dirty="0">
                <a:effectLst/>
              </a:rPr>
              <a:t>The platform is designed to be seamlessly embedded into your existing website. It is user-friendly, secure, and adaptable to your branding and customer needs. Features include personalized project recommendations, booking management, customer feedback tools, and analytics for store teams.</a:t>
            </a:r>
          </a:p>
          <a:p>
            <a:pPr marL="0" indent="0">
              <a:buNone/>
            </a:pPr>
            <a:br>
              <a:rPr lang="en-US" dirty="0"/>
            </a:br>
            <a:r>
              <a:rPr lang="en-US" b="0" i="0" dirty="0">
                <a:effectLst/>
              </a:rPr>
              <a:t>By offering this added-value service, your store becomes more than a point of sale — it becomes a DIY destination.</a:t>
            </a:r>
            <a:endParaRPr lang="hr-HR" dirty="0"/>
          </a:p>
          <a:p>
            <a:endParaRPr lang="fr-BE" dirty="0"/>
          </a:p>
        </p:txBody>
      </p:sp>
    </p:spTree>
    <p:extLst>
      <p:ext uri="{BB962C8B-B14F-4D97-AF65-F5344CB8AC3E}">
        <p14:creationId xmlns:p14="http://schemas.microsoft.com/office/powerpoint/2010/main" val="2453447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3727C-1195-8B7A-A573-C05AD04D93AA}"/>
              </a:ext>
            </a:extLst>
          </p:cNvPr>
          <p:cNvSpPr>
            <a:spLocks noGrp="1"/>
          </p:cNvSpPr>
          <p:nvPr>
            <p:ph type="title"/>
          </p:nvPr>
        </p:nvSpPr>
        <p:spPr/>
        <p:txBody>
          <a:bodyPr/>
          <a:lstStyle/>
          <a:p>
            <a:r>
              <a:rPr lang="en-US" b="1" dirty="0"/>
              <a:t>Objective</a:t>
            </a:r>
            <a:endParaRPr lang="fr-BE" dirty="0"/>
          </a:p>
        </p:txBody>
      </p:sp>
      <p:sp>
        <p:nvSpPr>
          <p:cNvPr id="3" name="Content Placeholder 2">
            <a:extLst>
              <a:ext uri="{FF2B5EF4-FFF2-40B4-BE49-F238E27FC236}">
                <a16:creationId xmlns:a16="http://schemas.microsoft.com/office/drawing/2014/main" id="{E01C9DB0-0D2B-1A6B-BD96-5772E8E10E2F}"/>
              </a:ext>
            </a:extLst>
          </p:cNvPr>
          <p:cNvSpPr>
            <a:spLocks noGrp="1"/>
          </p:cNvSpPr>
          <p:nvPr>
            <p:ph idx="1"/>
          </p:nvPr>
        </p:nvSpPr>
        <p:spPr/>
        <p:txBody>
          <a:bodyPr>
            <a:normAutofit lnSpcReduction="10000"/>
          </a:bodyPr>
          <a:lstStyle/>
          <a:p>
            <a:pPr>
              <a:buNone/>
            </a:pPr>
            <a:r>
              <a:rPr lang="en-US" dirty="0"/>
              <a:t>Design the interface for a web application dedicated to home improvement retailers who want to boost customer engagement through their website.</a:t>
            </a:r>
          </a:p>
          <a:p>
            <a:pPr>
              <a:buNone/>
            </a:pPr>
            <a:endParaRPr lang="en-US" dirty="0"/>
          </a:p>
          <a:p>
            <a:pPr>
              <a:buNone/>
            </a:pPr>
            <a:r>
              <a:rPr lang="en-US" dirty="0"/>
              <a:t>This integrated solution will allow users to:</a:t>
            </a:r>
          </a:p>
          <a:p>
            <a:pPr>
              <a:buFont typeface="Arial" panose="020B0604020202020204" pitchFamily="34" charset="0"/>
              <a:buChar char="•"/>
            </a:pPr>
            <a:r>
              <a:rPr lang="en-US" dirty="0"/>
              <a:t>Register for DIY workshops</a:t>
            </a:r>
          </a:p>
          <a:p>
            <a:pPr>
              <a:buFont typeface="Arial" panose="020B0604020202020204" pitchFamily="34" charset="0"/>
              <a:buChar char="•"/>
            </a:pPr>
            <a:r>
              <a:rPr lang="en-US" dirty="0"/>
              <a:t>Browse project tutorials</a:t>
            </a:r>
          </a:p>
          <a:p>
            <a:pPr>
              <a:buFont typeface="Arial" panose="020B0604020202020204" pitchFamily="34" charset="0"/>
              <a:buChar char="•"/>
            </a:pPr>
            <a:r>
              <a:rPr lang="en-US" dirty="0"/>
              <a:t>Check real-time tool and material availability</a:t>
            </a:r>
          </a:p>
          <a:p>
            <a:r>
              <a:rPr lang="en-US" dirty="0"/>
              <a:t>The platform must be embeddable into existing websites, fully customizable, user-friendly, and secure.</a:t>
            </a:r>
          </a:p>
          <a:p>
            <a:endParaRPr lang="fr-BE" dirty="0"/>
          </a:p>
        </p:txBody>
      </p:sp>
    </p:spTree>
    <p:extLst>
      <p:ext uri="{BB962C8B-B14F-4D97-AF65-F5344CB8AC3E}">
        <p14:creationId xmlns:p14="http://schemas.microsoft.com/office/powerpoint/2010/main" val="799185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2DEC8-A464-F80F-0F78-5FBBE6ACD102}"/>
              </a:ext>
            </a:extLst>
          </p:cNvPr>
          <p:cNvSpPr>
            <a:spLocks noGrp="1"/>
          </p:cNvSpPr>
          <p:nvPr>
            <p:ph type="title"/>
          </p:nvPr>
        </p:nvSpPr>
        <p:spPr/>
        <p:txBody>
          <a:bodyPr/>
          <a:lstStyle/>
          <a:p>
            <a:r>
              <a:rPr lang="en-US" dirty="0"/>
              <a:t>Expected Deliverable</a:t>
            </a:r>
            <a:endParaRPr lang="fr-BE" dirty="0"/>
          </a:p>
        </p:txBody>
      </p:sp>
      <p:sp>
        <p:nvSpPr>
          <p:cNvPr id="3" name="Content Placeholder 2">
            <a:extLst>
              <a:ext uri="{FF2B5EF4-FFF2-40B4-BE49-F238E27FC236}">
                <a16:creationId xmlns:a16="http://schemas.microsoft.com/office/drawing/2014/main" id="{4097479F-694D-3151-FFE1-56175031DD59}"/>
              </a:ext>
            </a:extLst>
          </p:cNvPr>
          <p:cNvSpPr>
            <a:spLocks noGrp="1"/>
          </p:cNvSpPr>
          <p:nvPr>
            <p:ph idx="1"/>
          </p:nvPr>
        </p:nvSpPr>
        <p:spPr/>
        <p:txBody>
          <a:bodyPr>
            <a:normAutofit fontScale="92500" lnSpcReduction="20000"/>
          </a:bodyPr>
          <a:lstStyle/>
          <a:p>
            <a:r>
              <a:rPr lang="en-US" dirty="0"/>
              <a:t>You will create a high-fidelity interactive prototype (mobile or desktop) including the core features of </a:t>
            </a:r>
            <a:r>
              <a:rPr lang="en-US" dirty="0" err="1"/>
              <a:t>CraftEase</a:t>
            </a:r>
            <a:r>
              <a:rPr lang="en-US" dirty="0"/>
              <a:t>.</a:t>
            </a:r>
          </a:p>
          <a:p>
            <a:r>
              <a:rPr lang="en-US" dirty="0"/>
              <a:t>The result should be portfolio-ready and professionally presented. </a:t>
            </a:r>
          </a:p>
          <a:p>
            <a:r>
              <a:rPr lang="en-US" dirty="0"/>
              <a:t>You are expected to deliver:</a:t>
            </a:r>
          </a:p>
          <a:p>
            <a:pPr lvl="1"/>
            <a:r>
              <a:rPr lang="en-US" dirty="0"/>
              <a:t>A clear definition of the user problem</a:t>
            </a:r>
          </a:p>
          <a:p>
            <a:pPr lvl="1"/>
            <a:r>
              <a:rPr lang="en-US" dirty="0"/>
              <a:t>A brief benchmark of 3 competing solutions</a:t>
            </a:r>
          </a:p>
          <a:p>
            <a:pPr lvl="1"/>
            <a:r>
              <a:rPr lang="en-US" dirty="0"/>
              <a:t>One or more user personas</a:t>
            </a:r>
          </a:p>
          <a:p>
            <a:pPr lvl="1"/>
            <a:r>
              <a:rPr lang="en-US" dirty="0"/>
              <a:t>A user journey or key user flow</a:t>
            </a:r>
          </a:p>
          <a:p>
            <a:pPr lvl="1"/>
            <a:r>
              <a:rPr lang="en-US" dirty="0"/>
              <a:t>Low-fidelity and high-fidelity wireframes</a:t>
            </a:r>
          </a:p>
          <a:p>
            <a:pPr lvl="1"/>
            <a:r>
              <a:rPr lang="en-US" dirty="0"/>
              <a:t>An interactive prototype (Figma)</a:t>
            </a:r>
          </a:p>
          <a:p>
            <a:pPr lvl="1"/>
            <a:r>
              <a:rPr lang="en-US" dirty="0"/>
              <a:t>A mini design system (typography, color palette, components, icons)</a:t>
            </a:r>
          </a:p>
          <a:p>
            <a:pPr lvl="1"/>
            <a:r>
              <a:rPr lang="en-US" dirty="0"/>
              <a:t>A short documentation or video explaining your design decisions</a:t>
            </a:r>
          </a:p>
          <a:p>
            <a:pPr lvl="1"/>
            <a:r>
              <a:rPr lang="en-US" dirty="0"/>
              <a:t>A pitch or oral presentation to defend your design choices</a:t>
            </a:r>
            <a:endParaRPr lang="fr-BE" dirty="0"/>
          </a:p>
        </p:txBody>
      </p:sp>
    </p:spTree>
    <p:extLst>
      <p:ext uri="{BB962C8B-B14F-4D97-AF65-F5344CB8AC3E}">
        <p14:creationId xmlns:p14="http://schemas.microsoft.com/office/powerpoint/2010/main" val="1748759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1EE44-4731-EFF2-A6DE-30E8423CACAB}"/>
              </a:ext>
            </a:extLst>
          </p:cNvPr>
          <p:cNvSpPr>
            <a:spLocks noGrp="1"/>
          </p:cNvSpPr>
          <p:nvPr>
            <p:ph type="title"/>
          </p:nvPr>
        </p:nvSpPr>
        <p:spPr/>
        <p:txBody>
          <a:bodyPr/>
          <a:lstStyle/>
          <a:p>
            <a:r>
              <a:rPr lang="fr-BE" dirty="0" err="1"/>
              <a:t>Suggested</a:t>
            </a:r>
            <a:r>
              <a:rPr lang="fr-BE" dirty="0"/>
              <a:t> </a:t>
            </a:r>
            <a:r>
              <a:rPr lang="fr-BE" dirty="0" err="1"/>
              <a:t>schedule</a:t>
            </a:r>
            <a:endParaRPr lang="fr-BE" dirty="0"/>
          </a:p>
        </p:txBody>
      </p:sp>
      <p:graphicFrame>
        <p:nvGraphicFramePr>
          <p:cNvPr id="7" name="Table 6">
            <a:extLst>
              <a:ext uri="{FF2B5EF4-FFF2-40B4-BE49-F238E27FC236}">
                <a16:creationId xmlns:a16="http://schemas.microsoft.com/office/drawing/2014/main" id="{B2215D52-289B-D857-8992-5FEDD98F8ED0}"/>
              </a:ext>
            </a:extLst>
          </p:cNvPr>
          <p:cNvGraphicFramePr>
            <a:graphicFrameLocks noGrp="1"/>
          </p:cNvGraphicFramePr>
          <p:nvPr>
            <p:extLst>
              <p:ext uri="{D42A27DB-BD31-4B8C-83A1-F6EECF244321}">
                <p14:modId xmlns:p14="http://schemas.microsoft.com/office/powerpoint/2010/main" val="1029009559"/>
              </p:ext>
            </p:extLst>
          </p:nvPr>
        </p:nvGraphicFramePr>
        <p:xfrm>
          <a:off x="838200" y="2035334"/>
          <a:ext cx="10515600" cy="2834640"/>
        </p:xfrm>
        <a:graphic>
          <a:graphicData uri="http://schemas.openxmlformats.org/drawingml/2006/table">
            <a:tbl>
              <a:tblPr/>
              <a:tblGrid>
                <a:gridCol w="2957945">
                  <a:extLst>
                    <a:ext uri="{9D8B030D-6E8A-4147-A177-3AD203B41FA5}">
                      <a16:colId xmlns:a16="http://schemas.microsoft.com/office/drawing/2014/main" val="1678928804"/>
                    </a:ext>
                  </a:extLst>
                </a:gridCol>
                <a:gridCol w="2022764">
                  <a:extLst>
                    <a:ext uri="{9D8B030D-6E8A-4147-A177-3AD203B41FA5}">
                      <a16:colId xmlns:a16="http://schemas.microsoft.com/office/drawing/2014/main" val="2113089460"/>
                    </a:ext>
                  </a:extLst>
                </a:gridCol>
                <a:gridCol w="5534891">
                  <a:extLst>
                    <a:ext uri="{9D8B030D-6E8A-4147-A177-3AD203B41FA5}">
                      <a16:colId xmlns:a16="http://schemas.microsoft.com/office/drawing/2014/main" val="1712929594"/>
                    </a:ext>
                  </a:extLst>
                </a:gridCol>
              </a:tblGrid>
              <a:tr h="0">
                <a:tc>
                  <a:txBody>
                    <a:bodyPr/>
                    <a:lstStyle/>
                    <a:p>
                      <a:r>
                        <a:rPr lang="fr-BE" b="1">
                          <a:latin typeface="Bahnschrift SemiLight" panose="020B0502040204020203" pitchFamily="34" charset="0"/>
                        </a:rPr>
                        <a:t>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1">
                          <a:latin typeface="Bahnschrift SemiLight" panose="020B0502040204020203" pitchFamily="34" charset="0"/>
                        </a:rPr>
                        <a: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1" dirty="0">
                          <a:latin typeface="Bahnschrift SemiLight" panose="020B0502040204020203"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067173"/>
                  </a:ext>
                </a:extLst>
              </a:tr>
              <a:tr h="0">
                <a:tc>
                  <a:txBody>
                    <a:bodyPr/>
                    <a:lstStyle/>
                    <a:p>
                      <a:r>
                        <a:rPr lang="fr-BE">
                          <a:latin typeface="Bahnschrift SemiLight" panose="020B0502040204020203" pitchFamily="34" charset="0"/>
                        </a:rPr>
                        <a:t>1. Brief &amp; Problem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dirty="0">
                          <a:latin typeface="Bahnschrift SemiLight" panose="020B0502040204020203" pitchFamily="34" charset="0"/>
                        </a:rPr>
                        <a:t>1.5 </a:t>
                      </a:r>
                      <a:r>
                        <a:rPr lang="fr-BE" dirty="0" err="1">
                          <a:latin typeface="Bahnschrift SemiLight" panose="020B0502040204020203" pitchFamily="34" charset="0"/>
                        </a:rPr>
                        <a:t>hours</a:t>
                      </a:r>
                      <a:endParaRPr lang="fr-BE"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Bahnschrift SemiLight" panose="020B0502040204020203" pitchFamily="34" charset="0"/>
                        </a:rPr>
                        <a:t>Understand the brief, user needs, and business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4519800"/>
                  </a:ext>
                </a:extLst>
              </a:tr>
              <a:tr h="0">
                <a:tc>
                  <a:txBody>
                    <a:bodyPr/>
                    <a:lstStyle/>
                    <a:p>
                      <a:r>
                        <a:rPr lang="fr-BE">
                          <a:latin typeface="Bahnschrift SemiLight" panose="020B0502040204020203" pitchFamily="34" charset="0"/>
                        </a:rPr>
                        <a:t>2. Research &amp; Ideation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dirty="0">
                          <a:latin typeface="Bahnschrift SemiLight" panose="020B0502040204020203" pitchFamily="34" charset="0"/>
                        </a:rPr>
                        <a:t>3 </a:t>
                      </a:r>
                      <a:r>
                        <a:rPr lang="fr-BE" dirty="0" err="1">
                          <a:latin typeface="Bahnschrift SemiLight" panose="020B0502040204020203" pitchFamily="34" charset="0"/>
                        </a:rPr>
                        <a:t>hours</a:t>
                      </a:r>
                      <a:endParaRPr lang="fr-BE"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a:latin typeface="Bahnschrift SemiLight" panose="020B0502040204020203" pitchFamily="34" charset="0"/>
                        </a:rPr>
                        <a:t>Personas, user journey, benchmark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3174743"/>
                  </a:ext>
                </a:extLst>
              </a:tr>
              <a:tr h="0">
                <a:tc>
                  <a:txBody>
                    <a:bodyPr/>
                    <a:lstStyle/>
                    <a:p>
                      <a:r>
                        <a:rPr lang="fr-BE">
                          <a:latin typeface="Bahnschrift SemiLight" panose="020B0502040204020203" pitchFamily="34" charset="0"/>
                        </a:rPr>
                        <a:t>3. Wireframing (low-fi)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dirty="0">
                          <a:latin typeface="Bahnschrift SemiLight" panose="020B0502040204020203" pitchFamily="34" charset="0"/>
                        </a:rPr>
                        <a:t>2 </a:t>
                      </a:r>
                      <a:r>
                        <a:rPr lang="fr-BE" dirty="0" err="1">
                          <a:latin typeface="Bahnschrift SemiLight" panose="020B0502040204020203" pitchFamily="34" charset="0"/>
                        </a:rPr>
                        <a:t>hours</a:t>
                      </a:r>
                      <a:endParaRPr lang="fr-BE"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Bahnschrift SemiLight" panose="020B0502040204020203" pitchFamily="34" charset="0"/>
                        </a:rPr>
                        <a:t>Sketch structure and layout of key screens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920681"/>
                  </a:ext>
                </a:extLst>
              </a:tr>
              <a:tr h="0">
                <a:tc>
                  <a:txBody>
                    <a:bodyPr/>
                    <a:lstStyle/>
                    <a:p>
                      <a:r>
                        <a:rPr lang="fr-BE" dirty="0">
                          <a:latin typeface="Bahnschrift SemiLight" panose="020B0502040204020203" pitchFamily="34" charset="0"/>
                        </a:rPr>
                        <a:t>4. UI Design (</a:t>
                      </a:r>
                      <a:r>
                        <a:rPr lang="fr-BE" dirty="0" err="1">
                          <a:latin typeface="Bahnschrift SemiLight" panose="020B0502040204020203" pitchFamily="34" charset="0"/>
                        </a:rPr>
                        <a:t>Figma</a:t>
                      </a:r>
                      <a:r>
                        <a:rPr lang="fr-BE" dirty="0">
                          <a:latin typeface="Bahnschrift SemiLight" panose="020B0502040204020203"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0" dirty="0">
                          <a:latin typeface="Bahnschrift SemiLight" panose="020B0502040204020203" pitchFamily="34" charset="0"/>
                        </a:rPr>
                        <a:t>9 </a:t>
                      </a:r>
                      <a:r>
                        <a:rPr lang="fr-BE" b="0" dirty="0" err="1">
                          <a:latin typeface="Bahnschrift SemiLight" panose="020B0502040204020203" pitchFamily="34" charset="0"/>
                        </a:rPr>
                        <a:t>hours</a:t>
                      </a:r>
                      <a:endParaRPr lang="fr-BE" b="0"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atin typeface="Bahnschrift SemiLight" panose="020B0502040204020203" pitchFamily="34" charset="0"/>
                        </a:rPr>
                        <a:t>High-fidelity screens, components, design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7612549"/>
                  </a:ext>
                </a:extLst>
              </a:tr>
              <a:tr h="0">
                <a:tc>
                  <a:txBody>
                    <a:bodyPr/>
                    <a:lstStyle/>
                    <a:p>
                      <a:r>
                        <a:rPr lang="fr-BE">
                          <a:latin typeface="Bahnschrift SemiLight" panose="020B0502040204020203" pitchFamily="34" charset="0"/>
                        </a:rPr>
                        <a:t>5. Prototyping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0" dirty="0">
                          <a:latin typeface="Bahnschrift SemiLight" panose="020B0502040204020203" pitchFamily="34" charset="0"/>
                        </a:rPr>
                        <a:t>3.5 </a:t>
                      </a:r>
                      <a:r>
                        <a:rPr lang="fr-BE" b="0" dirty="0" err="1">
                          <a:latin typeface="Bahnschrift SemiLight" panose="020B0502040204020203" pitchFamily="34" charset="0"/>
                        </a:rPr>
                        <a:t>hours</a:t>
                      </a:r>
                      <a:endParaRPr lang="fr-BE" b="0"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a:latin typeface="Bahnschrift SemiLight" panose="020B0502040204020203" pitchFamily="34" charset="0"/>
                        </a:rPr>
                        <a:t>Interactive prototype + testing/refinements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0082754"/>
                  </a:ext>
                </a:extLst>
              </a:tr>
              <a:tr h="0">
                <a:tc>
                  <a:txBody>
                    <a:bodyPr/>
                    <a:lstStyle/>
                    <a:p>
                      <a:r>
                        <a:rPr lang="fr-BE">
                          <a:latin typeface="Bahnschrift SemiLight" panose="020B0502040204020203" pitchFamily="34" charset="0"/>
                        </a:rPr>
                        <a:t>6. Final Pitch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b="0" dirty="0">
                          <a:latin typeface="Bahnschrift SemiLight" panose="020B0502040204020203" pitchFamily="34" charset="0"/>
                        </a:rPr>
                        <a:t>1 </a:t>
                      </a:r>
                      <a:r>
                        <a:rPr lang="fr-BE" b="0" dirty="0" err="1">
                          <a:latin typeface="Bahnschrift SemiLight" panose="020B0502040204020203" pitchFamily="34" charset="0"/>
                        </a:rPr>
                        <a:t>hour</a:t>
                      </a:r>
                      <a:endParaRPr lang="fr-BE" b="0"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fr-BE" dirty="0" err="1">
                          <a:latin typeface="Bahnschrift SemiLight" panose="020B0502040204020203" pitchFamily="34" charset="0"/>
                        </a:rPr>
                        <a:t>Prepare</a:t>
                      </a:r>
                      <a:r>
                        <a:rPr lang="fr-BE" dirty="0">
                          <a:latin typeface="Bahnschrift SemiLight" panose="020B0502040204020203" pitchFamily="34" charset="0"/>
                        </a:rPr>
                        <a:t> and </a:t>
                      </a:r>
                      <a:r>
                        <a:rPr lang="fr-BE" dirty="0" err="1">
                          <a:latin typeface="Bahnschrift SemiLight" panose="020B0502040204020203" pitchFamily="34" charset="0"/>
                        </a:rPr>
                        <a:t>deliver</a:t>
                      </a:r>
                      <a:r>
                        <a:rPr lang="fr-BE" dirty="0">
                          <a:latin typeface="Bahnschrift SemiLight" panose="020B0502040204020203" pitchFamily="34" charset="0"/>
                        </a:rPr>
                        <a:t> a concise oral </a:t>
                      </a:r>
                      <a:r>
                        <a:rPr lang="fr-BE" dirty="0" err="1">
                          <a:latin typeface="Bahnschrift SemiLight" panose="020B0502040204020203" pitchFamily="34" charset="0"/>
                        </a:rPr>
                        <a:t>presentation</a:t>
                      </a:r>
                      <a:endParaRPr lang="fr-BE" dirty="0">
                        <a:latin typeface="Bahnschrift SemiLight" panose="020B0502040204020203"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4876682"/>
                  </a:ext>
                </a:extLst>
              </a:tr>
            </a:tbl>
          </a:graphicData>
        </a:graphic>
      </p:graphicFrame>
    </p:spTree>
    <p:extLst>
      <p:ext uri="{BB962C8B-B14F-4D97-AF65-F5344CB8AC3E}">
        <p14:creationId xmlns:p14="http://schemas.microsoft.com/office/powerpoint/2010/main" val="1917124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19FC8-20CB-26A7-ECD4-45757C69A81D}"/>
              </a:ext>
            </a:extLst>
          </p:cNvPr>
          <p:cNvSpPr>
            <a:spLocks noGrp="1"/>
          </p:cNvSpPr>
          <p:nvPr>
            <p:ph type="title"/>
          </p:nvPr>
        </p:nvSpPr>
        <p:spPr/>
        <p:txBody>
          <a:bodyPr/>
          <a:lstStyle/>
          <a:p>
            <a:r>
              <a:rPr lang="en-US" b="1" dirty="0"/>
              <a:t>Tips for Success</a:t>
            </a:r>
            <a:endParaRPr lang="fr-BE" dirty="0"/>
          </a:p>
        </p:txBody>
      </p:sp>
      <p:sp>
        <p:nvSpPr>
          <p:cNvPr id="3" name="Content Placeholder 2">
            <a:extLst>
              <a:ext uri="{FF2B5EF4-FFF2-40B4-BE49-F238E27FC236}">
                <a16:creationId xmlns:a16="http://schemas.microsoft.com/office/drawing/2014/main" id="{0792D2E9-313B-DECE-65E5-F7496196469C}"/>
              </a:ext>
            </a:extLst>
          </p:cNvPr>
          <p:cNvSpPr>
            <a:spLocks noGrp="1"/>
          </p:cNvSpPr>
          <p:nvPr>
            <p:ph idx="1"/>
          </p:nvPr>
        </p:nvSpPr>
        <p:spPr/>
        <p:txBody>
          <a:bodyPr/>
          <a:lstStyle/>
          <a:p>
            <a:pPr>
              <a:buFont typeface="Arial" panose="020B0604020202020204" pitchFamily="34" charset="0"/>
              <a:buChar char="•"/>
            </a:pPr>
            <a:r>
              <a:rPr lang="en-US" dirty="0"/>
              <a:t>Think </a:t>
            </a:r>
            <a:r>
              <a:rPr lang="en-US" b="1" dirty="0"/>
              <a:t>mobile-first</a:t>
            </a:r>
            <a:r>
              <a:rPr lang="en-US" dirty="0"/>
              <a:t> if applicable</a:t>
            </a:r>
          </a:p>
          <a:p>
            <a:pPr>
              <a:buFont typeface="Arial" panose="020B0604020202020204" pitchFamily="34" charset="0"/>
              <a:buChar char="•"/>
            </a:pPr>
            <a:r>
              <a:rPr lang="en-US" dirty="0"/>
              <a:t>Stay </a:t>
            </a:r>
            <a:r>
              <a:rPr lang="en-US" b="1" dirty="0"/>
              <a:t>user-centered</a:t>
            </a:r>
            <a:r>
              <a:rPr lang="en-US" dirty="0"/>
              <a:t> throughout the design</a:t>
            </a:r>
          </a:p>
          <a:p>
            <a:pPr>
              <a:buFont typeface="Arial" panose="020B0604020202020204" pitchFamily="34" charset="0"/>
              <a:buChar char="•"/>
            </a:pPr>
            <a:r>
              <a:rPr lang="en-US" dirty="0"/>
              <a:t>Focus on </a:t>
            </a:r>
            <a:r>
              <a:rPr lang="en-US" b="1" dirty="0"/>
              <a:t>usability</a:t>
            </a:r>
            <a:r>
              <a:rPr lang="en-US" dirty="0"/>
              <a:t> and </a:t>
            </a:r>
            <a:r>
              <a:rPr lang="en-US" b="1" dirty="0"/>
              <a:t>simplicity</a:t>
            </a:r>
          </a:p>
          <a:p>
            <a:pPr>
              <a:buFont typeface="Arial" panose="020B0604020202020204" pitchFamily="34" charset="0"/>
              <a:buChar char="•"/>
            </a:pPr>
            <a:r>
              <a:rPr lang="en-US" dirty="0"/>
              <a:t>Make sure your flow solves the </a:t>
            </a:r>
            <a:r>
              <a:rPr lang="en-US" b="1" dirty="0"/>
              <a:t>real</a:t>
            </a:r>
            <a:r>
              <a:rPr lang="en-US" dirty="0"/>
              <a:t> user pain point</a:t>
            </a:r>
          </a:p>
          <a:p>
            <a:pPr>
              <a:buFont typeface="Arial" panose="020B0604020202020204" pitchFamily="34" charset="0"/>
              <a:buChar char="•"/>
            </a:pPr>
            <a:r>
              <a:rPr lang="en-US" dirty="0"/>
              <a:t>Maintain </a:t>
            </a:r>
            <a:r>
              <a:rPr lang="en-US" b="1" dirty="0"/>
              <a:t>consistency</a:t>
            </a:r>
            <a:r>
              <a:rPr lang="en-US" dirty="0"/>
              <a:t> across UI components</a:t>
            </a:r>
          </a:p>
          <a:p>
            <a:pPr>
              <a:buFont typeface="Arial" panose="020B0604020202020204" pitchFamily="34" charset="0"/>
              <a:buChar char="•"/>
            </a:pPr>
            <a:r>
              <a:rPr lang="en-US" dirty="0"/>
              <a:t>Don’t over-design — </a:t>
            </a:r>
            <a:r>
              <a:rPr lang="en-US" b="1" dirty="0"/>
              <a:t>prioritize</a:t>
            </a:r>
            <a:r>
              <a:rPr lang="en-US" dirty="0"/>
              <a:t> clarity and functionality</a:t>
            </a:r>
          </a:p>
          <a:p>
            <a:pPr>
              <a:buFont typeface="Arial" panose="020B0604020202020204" pitchFamily="34" charset="0"/>
              <a:buChar char="•"/>
            </a:pPr>
            <a:r>
              <a:rPr lang="en-US" dirty="0"/>
              <a:t>Test early and gather </a:t>
            </a:r>
            <a:r>
              <a:rPr lang="en-US" b="1" dirty="0"/>
              <a:t>peer feedback</a:t>
            </a:r>
            <a:endParaRPr lang="en-US" dirty="0"/>
          </a:p>
          <a:p>
            <a:pPr>
              <a:buFont typeface="Arial" panose="020B0604020202020204" pitchFamily="34" charset="0"/>
              <a:buChar char="•"/>
            </a:pPr>
            <a:r>
              <a:rPr lang="en-US" dirty="0"/>
              <a:t>Keep documentation </a:t>
            </a:r>
            <a:r>
              <a:rPr lang="en-US" b="1" dirty="0"/>
              <a:t>clear and concise</a:t>
            </a:r>
            <a:endParaRPr lang="en-US" dirty="0"/>
          </a:p>
          <a:p>
            <a:endParaRPr lang="fr-BE" dirty="0"/>
          </a:p>
        </p:txBody>
      </p:sp>
    </p:spTree>
    <p:extLst>
      <p:ext uri="{BB962C8B-B14F-4D97-AF65-F5344CB8AC3E}">
        <p14:creationId xmlns:p14="http://schemas.microsoft.com/office/powerpoint/2010/main" val="1004270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025E-5459-806E-E630-AD11E70FAEFA}"/>
              </a:ext>
            </a:extLst>
          </p:cNvPr>
          <p:cNvSpPr>
            <a:spLocks noGrp="1"/>
          </p:cNvSpPr>
          <p:nvPr>
            <p:ph type="title"/>
          </p:nvPr>
        </p:nvSpPr>
        <p:spPr/>
        <p:txBody>
          <a:bodyPr/>
          <a:lstStyle/>
          <a:p>
            <a:r>
              <a:rPr lang="fr-BE" dirty="0"/>
              <a:t>Questions?</a:t>
            </a:r>
          </a:p>
        </p:txBody>
      </p:sp>
      <p:sp>
        <p:nvSpPr>
          <p:cNvPr id="3" name="TextBox 2">
            <a:extLst>
              <a:ext uri="{FF2B5EF4-FFF2-40B4-BE49-F238E27FC236}">
                <a16:creationId xmlns:a16="http://schemas.microsoft.com/office/drawing/2014/main" id="{350044E5-7BA0-B471-087A-13A18D29108B}"/>
              </a:ext>
            </a:extLst>
          </p:cNvPr>
          <p:cNvSpPr txBox="1"/>
          <p:nvPr/>
        </p:nvSpPr>
        <p:spPr>
          <a:xfrm>
            <a:off x="2147643" y="2867892"/>
            <a:ext cx="7896714" cy="3046988"/>
          </a:xfrm>
          <a:prstGeom prst="rect">
            <a:avLst/>
          </a:prstGeom>
          <a:noFill/>
        </p:spPr>
        <p:txBody>
          <a:bodyPr wrap="none" rtlCol="0">
            <a:spAutoFit/>
          </a:bodyPr>
          <a:lstStyle/>
          <a:p>
            <a:pPr algn="ctr"/>
            <a:r>
              <a:rPr lang="fr-BE" sz="4800" b="1" dirty="0">
                <a:latin typeface="Bahnschrift SemiLight" panose="020B0502040204020203" pitchFamily="34" charset="0"/>
              </a:rPr>
              <a:t>A USER INTERFACE</a:t>
            </a:r>
          </a:p>
          <a:p>
            <a:pPr algn="ctr"/>
            <a:r>
              <a:rPr lang="fr-BE" sz="4800" b="1" dirty="0">
                <a:latin typeface="Bahnschrift SemiLight" panose="020B0502040204020203" pitchFamily="34" charset="0"/>
              </a:rPr>
              <a:t>IS LIKE A JOKE.</a:t>
            </a:r>
          </a:p>
          <a:p>
            <a:pPr algn="ctr"/>
            <a:r>
              <a:rPr lang="fr-BE" sz="4800" b="1" dirty="0">
                <a:solidFill>
                  <a:schemeClr val="accent2"/>
                </a:solidFill>
                <a:latin typeface="Bahnschrift SemiLight" panose="020B0502040204020203" pitchFamily="34" charset="0"/>
              </a:rPr>
              <a:t>IF YOU HAVE TO EXPLAIN IT,</a:t>
            </a:r>
          </a:p>
          <a:p>
            <a:pPr algn="ctr"/>
            <a:r>
              <a:rPr lang="fr-BE" sz="4800" b="1" dirty="0">
                <a:latin typeface="Bahnschrift SemiLight" panose="020B0502040204020203" pitchFamily="34" charset="0"/>
              </a:rPr>
              <a:t>IT’S NOT THAT GOOD.</a:t>
            </a:r>
          </a:p>
        </p:txBody>
      </p:sp>
    </p:spTree>
    <p:extLst>
      <p:ext uri="{BB962C8B-B14F-4D97-AF65-F5344CB8AC3E}">
        <p14:creationId xmlns:p14="http://schemas.microsoft.com/office/powerpoint/2010/main" val="2248298257"/>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ADC1A95-6C56-4587-84E8-09CBD922BB3C}">
  <we:reference id="135565c1-a7e4-41ef-a151-04725413e45f" version="2.0.0.0" store="EXCatalog" storeType="EXCatalog"/>
  <we:alternateReferences>
    <we:reference id="WA200005669" version="2.0.0.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9A0C5D6-F2AB-4AF3-A12D-A0C3BAC63C77}">
  <we:reference id="b976bf9e-dd87-459f-840c-210c09b36273" version="3.0.0.2" store="EXCatalog" storeType="EXCatalog"/>
  <we:alternateReferences>
    <we:reference id="WA200005566" version="3.0.0.2"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37074</TotalTime>
  <Words>662</Words>
  <Application>Microsoft Office PowerPoint</Application>
  <PresentationFormat>Widescreen</PresentationFormat>
  <Paragraphs>83</Paragraphs>
  <Slides>10</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Aptos</vt:lpstr>
      <vt:lpstr>Arial</vt:lpstr>
      <vt:lpstr>Bahnschrift</vt:lpstr>
      <vt:lpstr>Bahnschrift SemiBold</vt:lpstr>
      <vt:lpstr>Bahnschrift SemiLight</vt:lpstr>
      <vt:lpstr>Calibri</vt:lpstr>
      <vt:lpstr>Calibri Light</vt:lpstr>
      <vt:lpstr>Montserrat</vt:lpstr>
      <vt:lpstr>Nunito</vt:lpstr>
      <vt:lpstr>Tema sustava Office</vt:lpstr>
      <vt:lpstr>SHIFT4IT</vt:lpstr>
      <vt:lpstr>Project</vt:lpstr>
      <vt:lpstr>Objectives</vt:lpstr>
      <vt:lpstr>PowerPoint Presentation</vt:lpstr>
      <vt:lpstr>What the theme?</vt:lpstr>
      <vt:lpstr>Objective</vt:lpstr>
      <vt:lpstr>Expected Deliverable</vt:lpstr>
      <vt:lpstr>Suggested schedule</vt:lpstr>
      <vt:lpstr>Tips for Success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Julie Moors</cp:lastModifiedBy>
  <cp:revision>10</cp:revision>
  <dcterms:created xsi:type="dcterms:W3CDTF">2024-02-12T13:35:47Z</dcterms:created>
  <dcterms:modified xsi:type="dcterms:W3CDTF">2025-08-22T12:17:16Z</dcterms:modified>
</cp:coreProperties>
</file>