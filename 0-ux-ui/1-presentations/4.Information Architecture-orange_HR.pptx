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1"/>
  </p:notesMasterIdLst>
  <p:sldIdLst>
    <p:sldId id="256" r:id="rId5"/>
    <p:sldId id="271" r:id="rId6"/>
    <p:sldId id="739" r:id="rId7"/>
    <p:sldId id="280" r:id="rId8"/>
    <p:sldId id="291" r:id="rId9"/>
    <p:sldId id="287" r:id="rId10"/>
    <p:sldId id="288" r:id="rId11"/>
    <p:sldId id="289" r:id="rId12"/>
    <p:sldId id="740" r:id="rId13"/>
    <p:sldId id="742" r:id="rId14"/>
    <p:sldId id="300" r:id="rId15"/>
    <p:sldId id="301" r:id="rId16"/>
    <p:sldId id="281" r:id="rId17"/>
    <p:sldId id="303" r:id="rId18"/>
    <p:sldId id="302" r:id="rId19"/>
    <p:sldId id="292" r:id="rId20"/>
    <p:sldId id="293" r:id="rId21"/>
    <p:sldId id="282" r:id="rId22"/>
    <p:sldId id="294" r:id="rId23"/>
    <p:sldId id="295" r:id="rId24"/>
    <p:sldId id="296" r:id="rId25"/>
    <p:sldId id="297" r:id="rId26"/>
    <p:sldId id="298" r:id="rId27"/>
    <p:sldId id="283" r:id="rId28"/>
    <p:sldId id="299" r:id="rId29"/>
    <p:sldId id="284" r:id="rId30"/>
    <p:sldId id="304" r:id="rId31"/>
    <p:sldId id="305" r:id="rId32"/>
    <p:sldId id="306" r:id="rId33"/>
    <p:sldId id="309" r:id="rId34"/>
    <p:sldId id="308" r:id="rId35"/>
    <p:sldId id="264" r:id="rId36"/>
    <p:sldId id="261" r:id="rId37"/>
    <p:sldId id="307" r:id="rId38"/>
    <p:sldId id="440" r:id="rId39"/>
    <p:sldId id="743" r:id="rId40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D3ECCE2-044F-4492-9F9D-6A551CB5D1EA}">
          <p14:sldIdLst>
            <p14:sldId id="256"/>
            <p14:sldId id="271"/>
            <p14:sldId id="739"/>
            <p14:sldId id="280"/>
            <p14:sldId id="291"/>
            <p14:sldId id="287"/>
            <p14:sldId id="288"/>
            <p14:sldId id="289"/>
            <p14:sldId id="740"/>
            <p14:sldId id="742"/>
            <p14:sldId id="300"/>
            <p14:sldId id="301"/>
            <p14:sldId id="281"/>
            <p14:sldId id="303"/>
            <p14:sldId id="302"/>
            <p14:sldId id="292"/>
            <p14:sldId id="293"/>
            <p14:sldId id="282"/>
            <p14:sldId id="294"/>
            <p14:sldId id="295"/>
            <p14:sldId id="296"/>
            <p14:sldId id="297"/>
            <p14:sldId id="298"/>
            <p14:sldId id="283"/>
            <p14:sldId id="299"/>
            <p14:sldId id="284"/>
            <p14:sldId id="304"/>
            <p14:sldId id="305"/>
            <p14:sldId id="306"/>
            <p14:sldId id="309"/>
            <p14:sldId id="308"/>
            <p14:sldId id="264"/>
            <p14:sldId id="261"/>
            <p14:sldId id="307"/>
            <p14:sldId id="440"/>
            <p14:sldId id="743"/>
          </p14:sldIdLst>
        </p14:section>
        <p14:section name="Untitled Section" id="{5D9BD4E9-7CBD-4903-96EA-10C1C73692A8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CEF5"/>
    <a:srgbClr val="FFF766"/>
    <a:srgbClr val="F466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B11D21-7445-4957-9261-D29D4E98F251}" v="4" dt="2026-01-28T13:33:49.0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7889" autoAdjust="0"/>
  </p:normalViewPr>
  <p:slideViewPr>
    <p:cSldViewPr snapToGrid="0">
      <p:cViewPr varScale="1">
        <p:scale>
          <a:sx n="86" d="100"/>
          <a:sy n="86" d="100"/>
        </p:scale>
        <p:origin x="1554" y="10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ven De Ruyter" userId="5ea340e3-eb8f-48cc-9db2-b85bc44eed87" providerId="ADAL" clId="{10C45024-79AD-46BD-BFD5-A28A2F51EA8E}"/>
    <pc:docChg chg="undo custSel addSld modSld modSection">
      <pc:chgData name="Sven De Ruyter" userId="5ea340e3-eb8f-48cc-9db2-b85bc44eed87" providerId="ADAL" clId="{10C45024-79AD-46BD-BFD5-A28A2F51EA8E}" dt="2026-01-28T13:33:59.324" v="89" actId="12"/>
      <pc:docMkLst>
        <pc:docMk/>
      </pc:docMkLst>
      <pc:sldChg chg="modSp">
        <pc:chgData name="Sven De Ruyter" userId="5ea340e3-eb8f-48cc-9db2-b85bc44eed87" providerId="ADAL" clId="{10C45024-79AD-46BD-BFD5-A28A2F51EA8E}" dt="2026-01-28T13:33:49.013" v="87" actId="20578"/>
        <pc:sldMkLst>
          <pc:docMk/>
          <pc:sldMk cId="2015698524" sldId="261"/>
        </pc:sldMkLst>
        <pc:spChg chg="mod">
          <ac:chgData name="Sven De Ruyter" userId="5ea340e3-eb8f-48cc-9db2-b85bc44eed87" providerId="ADAL" clId="{10C45024-79AD-46BD-BFD5-A28A2F51EA8E}" dt="2026-01-28T13:33:49.013" v="87" actId="20578"/>
          <ac:spMkLst>
            <pc:docMk/>
            <pc:sldMk cId="2015698524" sldId="261"/>
            <ac:spMk id="4" creationId="{306C919D-2177-EA02-EFBB-E584154D991F}"/>
          </ac:spMkLst>
        </pc:spChg>
      </pc:sldChg>
      <pc:sldChg chg="modNotesTx">
        <pc:chgData name="Sven De Ruyter" userId="5ea340e3-eb8f-48cc-9db2-b85bc44eed87" providerId="ADAL" clId="{10C45024-79AD-46BD-BFD5-A28A2F51EA8E}" dt="2026-01-27T15:39:56.516" v="32" actId="20577"/>
        <pc:sldMkLst>
          <pc:docMk/>
          <pc:sldMk cId="4285941372" sldId="299"/>
        </pc:sldMkLst>
      </pc:sldChg>
      <pc:sldChg chg="modNotesTx">
        <pc:chgData name="Sven De Ruyter" userId="5ea340e3-eb8f-48cc-9db2-b85bc44eed87" providerId="ADAL" clId="{10C45024-79AD-46BD-BFD5-A28A2F51EA8E}" dt="2026-01-27T15:40:19.454" v="56" actId="20577"/>
        <pc:sldMkLst>
          <pc:docMk/>
          <pc:sldMk cId="817208426" sldId="305"/>
        </pc:sldMkLst>
      </pc:sldChg>
      <pc:sldChg chg="modNotesTx">
        <pc:chgData name="Sven De Ruyter" userId="5ea340e3-eb8f-48cc-9db2-b85bc44eed87" providerId="ADAL" clId="{10C45024-79AD-46BD-BFD5-A28A2F51EA8E}" dt="2026-01-27T15:40:32.095" v="76" actId="20577"/>
        <pc:sldMkLst>
          <pc:docMk/>
          <pc:sldMk cId="1279225393" sldId="309"/>
        </pc:sldMkLst>
      </pc:sldChg>
      <pc:sldChg chg="addSp delSp modSp add mod">
        <pc:chgData name="Sven De Ruyter" userId="5ea340e3-eb8f-48cc-9db2-b85bc44eed87" providerId="ADAL" clId="{10C45024-79AD-46BD-BFD5-A28A2F51EA8E}" dt="2026-01-28T13:33:55.378" v="88" actId="12"/>
        <pc:sldMkLst>
          <pc:docMk/>
          <pc:sldMk cId="3426289101" sldId="440"/>
        </pc:sldMkLst>
        <pc:spChg chg="mod">
          <ac:chgData name="Sven De Ruyter" userId="5ea340e3-eb8f-48cc-9db2-b85bc44eed87" providerId="ADAL" clId="{10C45024-79AD-46BD-BFD5-A28A2F51EA8E}" dt="2026-01-27T15:41:31.361" v="78" actId="6549"/>
          <ac:spMkLst>
            <pc:docMk/>
            <pc:sldMk cId="3426289101" sldId="440"/>
            <ac:spMk id="3" creationId="{AF9481A4-C57C-1D90-58CC-37BF8F757BD6}"/>
          </ac:spMkLst>
        </pc:spChg>
        <pc:spChg chg="add del">
          <ac:chgData name="Sven De Ruyter" userId="5ea340e3-eb8f-48cc-9db2-b85bc44eed87" providerId="ADAL" clId="{10C45024-79AD-46BD-BFD5-A28A2F51EA8E}" dt="2026-01-28T13:33:13.126" v="80" actId="22"/>
          <ac:spMkLst>
            <pc:docMk/>
            <pc:sldMk cId="3426289101" sldId="440"/>
            <ac:spMk id="5" creationId="{C348CB6A-9D8E-701D-AFD9-240C611C2D22}"/>
          </ac:spMkLst>
        </pc:spChg>
        <pc:spChg chg="add mod">
          <ac:chgData name="Sven De Ruyter" userId="5ea340e3-eb8f-48cc-9db2-b85bc44eed87" providerId="ADAL" clId="{10C45024-79AD-46BD-BFD5-A28A2F51EA8E}" dt="2026-01-28T13:33:55.378" v="88" actId="12"/>
          <ac:spMkLst>
            <pc:docMk/>
            <pc:sldMk cId="3426289101" sldId="440"/>
            <ac:spMk id="7" creationId="{7C4911CE-BADE-CC50-95F8-26DBEA790EF6}"/>
          </ac:spMkLst>
        </pc:spChg>
      </pc:sldChg>
      <pc:sldChg chg="modSp add mod">
        <pc:chgData name="Sven De Ruyter" userId="5ea340e3-eb8f-48cc-9db2-b85bc44eed87" providerId="ADAL" clId="{10C45024-79AD-46BD-BFD5-A28A2F51EA8E}" dt="2026-01-28T13:33:59.324" v="89" actId="12"/>
        <pc:sldMkLst>
          <pc:docMk/>
          <pc:sldMk cId="1483655942" sldId="743"/>
        </pc:sldMkLst>
        <pc:spChg chg="mod">
          <ac:chgData name="Sven De Ruyter" userId="5ea340e3-eb8f-48cc-9db2-b85bc44eed87" providerId="ADAL" clId="{10C45024-79AD-46BD-BFD5-A28A2F51EA8E}" dt="2026-01-28T13:33:59.324" v="89" actId="12"/>
          <ac:spMkLst>
            <pc:docMk/>
            <pc:sldMk cId="1483655942" sldId="743"/>
            <ac:spMk id="7" creationId="{75635F6B-78D3-1622-D3B8-C1FD2BF77DB8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91637E7-E3B4-4308-AB0B-D5FD41D56003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BE"/>
        </a:p>
      </dgm:t>
    </dgm:pt>
    <dgm:pt modelId="{84F05198-8CF3-42E8-8EB5-BA3BD69B94AF}">
      <dgm:prSet phldrT="[Text]"/>
      <dgm:spPr/>
      <dgm:t>
        <a:bodyPr/>
        <a:lstStyle/>
        <a:p>
          <a:r>
            <a:rPr lang="fr-BE" dirty="0"/>
            <a:t>V</a:t>
          </a:r>
          <a:r>
            <a:rPr lang="hr-HR" dirty="0" err="1"/>
            <a:t>ozila</a:t>
          </a:r>
          <a:endParaRPr lang="fr-BE" dirty="0"/>
        </a:p>
      </dgm:t>
    </dgm:pt>
    <dgm:pt modelId="{360A182F-0B79-4E56-B1B7-FADE94906055}" type="parTrans" cxnId="{FB212DB0-063E-4735-AE10-645D65CFC1A3}">
      <dgm:prSet/>
      <dgm:spPr/>
      <dgm:t>
        <a:bodyPr/>
        <a:lstStyle/>
        <a:p>
          <a:endParaRPr lang="fr-BE"/>
        </a:p>
      </dgm:t>
    </dgm:pt>
    <dgm:pt modelId="{99FF04C1-C0B3-4F96-8BFA-FACFFBFBDC15}" type="sibTrans" cxnId="{FB212DB0-063E-4735-AE10-645D65CFC1A3}">
      <dgm:prSet/>
      <dgm:spPr/>
      <dgm:t>
        <a:bodyPr/>
        <a:lstStyle/>
        <a:p>
          <a:endParaRPr lang="fr-BE"/>
        </a:p>
      </dgm:t>
    </dgm:pt>
    <dgm:pt modelId="{B1AE6965-001B-4A4D-AB34-B8C5AC147374}">
      <dgm:prSet phldrT="[Text]"/>
      <dgm:spPr/>
      <dgm:t>
        <a:bodyPr/>
        <a:lstStyle/>
        <a:p>
          <a:r>
            <a:rPr lang="hr-HR" dirty="0"/>
            <a:t>Javna</a:t>
          </a:r>
          <a:endParaRPr lang="fr-BE" dirty="0"/>
        </a:p>
      </dgm:t>
    </dgm:pt>
    <dgm:pt modelId="{3EB575DD-E3DD-475C-865D-77E0E133FB20}" type="parTrans" cxnId="{FB2655AE-27A5-46F2-92A0-5F82C2C44BF7}">
      <dgm:prSet/>
      <dgm:spPr/>
      <dgm:t>
        <a:bodyPr/>
        <a:lstStyle/>
        <a:p>
          <a:endParaRPr lang="fr-BE"/>
        </a:p>
      </dgm:t>
    </dgm:pt>
    <dgm:pt modelId="{4103E8F9-5C10-470A-B102-8F1CD7A4B6DE}" type="sibTrans" cxnId="{FB2655AE-27A5-46F2-92A0-5F82C2C44BF7}">
      <dgm:prSet/>
      <dgm:spPr/>
      <dgm:t>
        <a:bodyPr/>
        <a:lstStyle/>
        <a:p>
          <a:endParaRPr lang="fr-BE"/>
        </a:p>
      </dgm:t>
    </dgm:pt>
    <dgm:pt modelId="{F0E393CA-1584-4C1C-8D41-A2B3A1DD0C25}">
      <dgm:prSet/>
      <dgm:spPr/>
      <dgm:t>
        <a:bodyPr/>
        <a:lstStyle/>
        <a:p>
          <a:r>
            <a:rPr lang="hr-HR" dirty="0"/>
            <a:t>Osobna</a:t>
          </a:r>
          <a:endParaRPr lang="fr-BE" dirty="0"/>
        </a:p>
      </dgm:t>
    </dgm:pt>
    <dgm:pt modelId="{96E20AC0-BA67-4587-9B26-424DF6E00708}" type="parTrans" cxnId="{B7E8C937-014F-451A-92E1-65BAD8ED9CF9}">
      <dgm:prSet/>
      <dgm:spPr/>
      <dgm:t>
        <a:bodyPr/>
        <a:lstStyle/>
        <a:p>
          <a:endParaRPr lang="fr-BE"/>
        </a:p>
      </dgm:t>
    </dgm:pt>
    <dgm:pt modelId="{67B2CBAA-CD46-4C57-A145-9BD546CD1CF6}" type="sibTrans" cxnId="{B7E8C937-014F-451A-92E1-65BAD8ED9CF9}">
      <dgm:prSet/>
      <dgm:spPr/>
      <dgm:t>
        <a:bodyPr/>
        <a:lstStyle/>
        <a:p>
          <a:endParaRPr lang="fr-BE"/>
        </a:p>
      </dgm:t>
    </dgm:pt>
    <dgm:pt modelId="{5C8686FE-C44C-4DD0-9093-5462DE3D6835}">
      <dgm:prSet/>
      <dgm:spPr/>
      <dgm:t>
        <a:bodyPr/>
        <a:lstStyle/>
        <a:p>
          <a:r>
            <a:rPr lang="hr-HR" dirty="0"/>
            <a:t>Teretna</a:t>
          </a:r>
          <a:endParaRPr lang="fr-BE" dirty="0"/>
        </a:p>
      </dgm:t>
    </dgm:pt>
    <dgm:pt modelId="{6F8CF673-D5EB-44DE-B99D-0346CCE4E098}" type="parTrans" cxnId="{D829FBC4-3828-45D3-B1CF-F9609D4BF6AC}">
      <dgm:prSet/>
      <dgm:spPr/>
      <dgm:t>
        <a:bodyPr/>
        <a:lstStyle/>
        <a:p>
          <a:endParaRPr lang="fr-BE"/>
        </a:p>
      </dgm:t>
    </dgm:pt>
    <dgm:pt modelId="{B28D5CE4-7106-454E-96ED-292B72D070BB}" type="sibTrans" cxnId="{D829FBC4-3828-45D3-B1CF-F9609D4BF6AC}">
      <dgm:prSet/>
      <dgm:spPr/>
      <dgm:t>
        <a:bodyPr/>
        <a:lstStyle/>
        <a:p>
          <a:endParaRPr lang="fr-BE"/>
        </a:p>
      </dgm:t>
    </dgm:pt>
    <dgm:pt modelId="{C13DD44D-613E-47C4-BD59-9B2B941BA976}">
      <dgm:prSet/>
      <dgm:spPr/>
      <dgm:t>
        <a:bodyPr/>
        <a:lstStyle/>
        <a:p>
          <a:r>
            <a:rPr lang="hr-HR" dirty="0"/>
            <a:t>Autobusi</a:t>
          </a:r>
          <a:endParaRPr lang="fr-BE" dirty="0"/>
        </a:p>
      </dgm:t>
    </dgm:pt>
    <dgm:pt modelId="{D0E6E46E-C39E-4922-A4DD-36F93E1C1525}" type="parTrans" cxnId="{0CCABE73-662F-4F96-A93F-E7EE7AE8730E}">
      <dgm:prSet/>
      <dgm:spPr/>
      <dgm:t>
        <a:bodyPr/>
        <a:lstStyle/>
        <a:p>
          <a:endParaRPr lang="fr-BE"/>
        </a:p>
      </dgm:t>
    </dgm:pt>
    <dgm:pt modelId="{F5A70F8E-9AD6-481B-8059-0B8BD251D717}" type="sibTrans" cxnId="{0CCABE73-662F-4F96-A93F-E7EE7AE8730E}">
      <dgm:prSet/>
      <dgm:spPr/>
      <dgm:t>
        <a:bodyPr/>
        <a:lstStyle/>
        <a:p>
          <a:endParaRPr lang="fr-BE"/>
        </a:p>
      </dgm:t>
    </dgm:pt>
    <dgm:pt modelId="{63BA974C-648B-493B-9592-65082C95EA6E}">
      <dgm:prSet/>
      <dgm:spPr/>
      <dgm:t>
        <a:bodyPr/>
        <a:lstStyle/>
        <a:p>
          <a:r>
            <a:rPr lang="hr-HR" dirty="0"/>
            <a:t>Vlakovi</a:t>
          </a:r>
          <a:endParaRPr lang="fr-BE" dirty="0"/>
        </a:p>
      </dgm:t>
    </dgm:pt>
    <dgm:pt modelId="{838666FC-3675-4478-BA86-AB6456F62CF5}" type="parTrans" cxnId="{52FE0E93-A11B-4679-92E4-A97908418575}">
      <dgm:prSet/>
      <dgm:spPr/>
      <dgm:t>
        <a:bodyPr/>
        <a:lstStyle/>
        <a:p>
          <a:endParaRPr lang="fr-BE"/>
        </a:p>
      </dgm:t>
    </dgm:pt>
    <dgm:pt modelId="{60E4BE2C-AB07-4DE0-8BA9-0240A19ED0AE}" type="sibTrans" cxnId="{52FE0E93-A11B-4679-92E4-A97908418575}">
      <dgm:prSet/>
      <dgm:spPr/>
      <dgm:t>
        <a:bodyPr/>
        <a:lstStyle/>
        <a:p>
          <a:endParaRPr lang="fr-BE"/>
        </a:p>
      </dgm:t>
    </dgm:pt>
    <dgm:pt modelId="{F5DD83D7-DCE3-4CD4-8EF4-2DB3EEF2C806}">
      <dgm:prSet/>
      <dgm:spPr/>
      <dgm:t>
        <a:bodyPr/>
        <a:lstStyle/>
        <a:p>
          <a:r>
            <a:rPr lang="hr-HR" dirty="0"/>
            <a:t>Avioni</a:t>
          </a:r>
          <a:endParaRPr lang="fr-BE" dirty="0"/>
        </a:p>
      </dgm:t>
    </dgm:pt>
    <dgm:pt modelId="{7A563D32-33A3-40F3-9ADE-954794504FDE}" type="parTrans" cxnId="{1DB007F2-E490-4A43-BDCD-955AE107636D}">
      <dgm:prSet/>
      <dgm:spPr/>
      <dgm:t>
        <a:bodyPr/>
        <a:lstStyle/>
        <a:p>
          <a:endParaRPr lang="fr-BE"/>
        </a:p>
      </dgm:t>
    </dgm:pt>
    <dgm:pt modelId="{F718A7F0-03A3-4A4C-883F-DB95BB0F7AFD}" type="sibTrans" cxnId="{1DB007F2-E490-4A43-BDCD-955AE107636D}">
      <dgm:prSet/>
      <dgm:spPr/>
      <dgm:t>
        <a:bodyPr/>
        <a:lstStyle/>
        <a:p>
          <a:endParaRPr lang="fr-BE"/>
        </a:p>
      </dgm:t>
    </dgm:pt>
    <dgm:pt modelId="{04E5EA76-1FE7-4C90-944C-6323B8CC2E92}">
      <dgm:prSet/>
      <dgm:spPr/>
      <dgm:t>
        <a:bodyPr/>
        <a:lstStyle/>
        <a:p>
          <a:r>
            <a:rPr lang="hr-HR" dirty="0"/>
            <a:t>Dijeljenje vožnje</a:t>
          </a:r>
          <a:endParaRPr lang="fr-BE" dirty="0"/>
        </a:p>
      </dgm:t>
    </dgm:pt>
    <dgm:pt modelId="{E3AFE054-8635-4609-9A84-A1F3FAD3E15C}" type="parTrans" cxnId="{7E049018-8486-477F-899F-2A6CB22E7613}">
      <dgm:prSet/>
      <dgm:spPr/>
      <dgm:t>
        <a:bodyPr/>
        <a:lstStyle/>
        <a:p>
          <a:endParaRPr lang="fr-BE"/>
        </a:p>
      </dgm:t>
    </dgm:pt>
    <dgm:pt modelId="{76690D60-C98B-432C-8F3F-25DA9F685A54}" type="sibTrans" cxnId="{7E049018-8486-477F-899F-2A6CB22E7613}">
      <dgm:prSet/>
      <dgm:spPr/>
      <dgm:t>
        <a:bodyPr/>
        <a:lstStyle/>
        <a:p>
          <a:endParaRPr lang="fr-BE"/>
        </a:p>
      </dgm:t>
    </dgm:pt>
    <dgm:pt modelId="{AF581EF4-DDDC-496A-9A9F-485F26A39A8E}">
      <dgm:prSet/>
      <dgm:spPr/>
      <dgm:t>
        <a:bodyPr/>
        <a:lstStyle/>
        <a:p>
          <a:r>
            <a:rPr lang="hr-HR" dirty="0"/>
            <a:t>Trajekt</a:t>
          </a:r>
          <a:endParaRPr lang="fr-BE" dirty="0"/>
        </a:p>
      </dgm:t>
    </dgm:pt>
    <dgm:pt modelId="{908E39A2-E65C-48AD-AED9-33E654F2CAA1}" type="parTrans" cxnId="{073E7C59-2A84-42A1-860B-B31F1A8D64F3}">
      <dgm:prSet/>
      <dgm:spPr/>
      <dgm:t>
        <a:bodyPr/>
        <a:lstStyle/>
        <a:p>
          <a:endParaRPr lang="fr-BE"/>
        </a:p>
      </dgm:t>
    </dgm:pt>
    <dgm:pt modelId="{2FCD298C-501F-4DD3-91CE-211520B04CFC}" type="sibTrans" cxnId="{073E7C59-2A84-42A1-860B-B31F1A8D64F3}">
      <dgm:prSet/>
      <dgm:spPr/>
      <dgm:t>
        <a:bodyPr/>
        <a:lstStyle/>
        <a:p>
          <a:endParaRPr lang="fr-BE"/>
        </a:p>
      </dgm:t>
    </dgm:pt>
    <dgm:pt modelId="{0254DBB9-0286-4C7D-8666-12C8249A6A89}">
      <dgm:prSet/>
      <dgm:spPr/>
      <dgm:t>
        <a:bodyPr/>
        <a:lstStyle/>
        <a:p>
          <a:r>
            <a:rPr lang="hr-HR" dirty="0"/>
            <a:t>Auto</a:t>
          </a:r>
          <a:endParaRPr lang="fr-BE" dirty="0"/>
        </a:p>
      </dgm:t>
    </dgm:pt>
    <dgm:pt modelId="{E67F517D-EF62-459B-BFD9-FDD12683B690}" type="parTrans" cxnId="{895B8E83-F488-4C2C-A079-23D6CF381A72}">
      <dgm:prSet/>
      <dgm:spPr/>
      <dgm:t>
        <a:bodyPr/>
        <a:lstStyle/>
        <a:p>
          <a:endParaRPr lang="fr-BE"/>
        </a:p>
      </dgm:t>
    </dgm:pt>
    <dgm:pt modelId="{EFB1893F-4AA2-4338-86A2-CCA645D3D76F}" type="sibTrans" cxnId="{895B8E83-F488-4C2C-A079-23D6CF381A72}">
      <dgm:prSet/>
      <dgm:spPr/>
      <dgm:t>
        <a:bodyPr/>
        <a:lstStyle/>
        <a:p>
          <a:endParaRPr lang="fr-BE"/>
        </a:p>
      </dgm:t>
    </dgm:pt>
    <dgm:pt modelId="{2319EB0B-39AC-48E7-BF1F-BC68F2A4E1DB}">
      <dgm:prSet/>
      <dgm:spPr/>
      <dgm:t>
        <a:bodyPr/>
        <a:lstStyle/>
        <a:p>
          <a:r>
            <a:rPr lang="fr-BE" dirty="0"/>
            <a:t>Bic</a:t>
          </a:r>
          <a:r>
            <a:rPr lang="hr-HR" dirty="0" err="1"/>
            <a:t>ikl</a:t>
          </a:r>
          <a:endParaRPr lang="fr-BE" dirty="0"/>
        </a:p>
      </dgm:t>
    </dgm:pt>
    <dgm:pt modelId="{98A0DB54-090F-47EB-AB49-5B2F64651A26}" type="parTrans" cxnId="{787838A1-D00A-4B09-B6A9-9F317B98A3C4}">
      <dgm:prSet/>
      <dgm:spPr/>
      <dgm:t>
        <a:bodyPr/>
        <a:lstStyle/>
        <a:p>
          <a:endParaRPr lang="fr-BE"/>
        </a:p>
      </dgm:t>
    </dgm:pt>
    <dgm:pt modelId="{524E8047-F50F-4317-89B7-39F11C2FA502}" type="sibTrans" cxnId="{787838A1-D00A-4B09-B6A9-9F317B98A3C4}">
      <dgm:prSet/>
      <dgm:spPr/>
      <dgm:t>
        <a:bodyPr/>
        <a:lstStyle/>
        <a:p>
          <a:endParaRPr lang="fr-BE"/>
        </a:p>
      </dgm:t>
    </dgm:pt>
    <dgm:pt modelId="{CA4208FA-CC57-4ED3-B651-EC200524E270}">
      <dgm:prSet/>
      <dgm:spPr/>
      <dgm:t>
        <a:bodyPr/>
        <a:lstStyle/>
        <a:p>
          <a:r>
            <a:rPr lang="fr-BE" dirty="0" err="1"/>
            <a:t>Heli</a:t>
          </a:r>
          <a:r>
            <a:rPr lang="hr-HR" dirty="0" err="1"/>
            <a:t>hopter</a:t>
          </a:r>
          <a:endParaRPr lang="fr-BE" dirty="0"/>
        </a:p>
      </dgm:t>
    </dgm:pt>
    <dgm:pt modelId="{AC0987AA-3CDA-42A7-AB7E-ED7824BEB9CE}" type="parTrans" cxnId="{F8109F95-536A-49A3-B469-35D1F9F4591D}">
      <dgm:prSet/>
      <dgm:spPr/>
      <dgm:t>
        <a:bodyPr/>
        <a:lstStyle/>
        <a:p>
          <a:endParaRPr lang="fr-BE"/>
        </a:p>
      </dgm:t>
    </dgm:pt>
    <dgm:pt modelId="{2AA6FE85-316D-4391-BBA6-F523A18C614D}" type="sibTrans" cxnId="{F8109F95-536A-49A3-B469-35D1F9F4591D}">
      <dgm:prSet/>
      <dgm:spPr/>
      <dgm:t>
        <a:bodyPr/>
        <a:lstStyle/>
        <a:p>
          <a:endParaRPr lang="fr-BE"/>
        </a:p>
      </dgm:t>
    </dgm:pt>
    <dgm:pt modelId="{0789F98D-8F57-4B7B-9504-61A41EAF9575}">
      <dgm:prSet/>
      <dgm:spPr/>
      <dgm:t>
        <a:bodyPr/>
        <a:lstStyle/>
        <a:p>
          <a:r>
            <a:rPr lang="hr-HR" dirty="0"/>
            <a:t>Avion</a:t>
          </a:r>
          <a:endParaRPr lang="fr-BE" dirty="0"/>
        </a:p>
      </dgm:t>
    </dgm:pt>
    <dgm:pt modelId="{A68CA705-BBA6-4597-8704-A294B8BA104F}" type="parTrans" cxnId="{1C0FC7F9-26F8-4E4A-A867-9A60C3543A50}">
      <dgm:prSet/>
      <dgm:spPr/>
      <dgm:t>
        <a:bodyPr/>
        <a:lstStyle/>
        <a:p>
          <a:endParaRPr lang="fr-BE"/>
        </a:p>
      </dgm:t>
    </dgm:pt>
    <dgm:pt modelId="{FA1AB043-A548-467C-B73B-114BEA2D908B}" type="sibTrans" cxnId="{1C0FC7F9-26F8-4E4A-A867-9A60C3543A50}">
      <dgm:prSet/>
      <dgm:spPr/>
      <dgm:t>
        <a:bodyPr/>
        <a:lstStyle/>
        <a:p>
          <a:endParaRPr lang="fr-BE"/>
        </a:p>
      </dgm:t>
    </dgm:pt>
    <dgm:pt modelId="{08424254-5B32-401D-94A2-267D613B723C}">
      <dgm:prSet/>
      <dgm:spPr/>
      <dgm:t>
        <a:bodyPr/>
        <a:lstStyle/>
        <a:p>
          <a:r>
            <a:rPr lang="hr-HR" dirty="0"/>
            <a:t>Jedrilica</a:t>
          </a:r>
          <a:endParaRPr lang="fr-BE" dirty="0"/>
        </a:p>
      </dgm:t>
    </dgm:pt>
    <dgm:pt modelId="{3DECE780-7553-40BA-BEEB-93A92BCFD43E}" type="parTrans" cxnId="{C6180A9B-7402-401F-855D-EAF9278327A2}">
      <dgm:prSet/>
      <dgm:spPr/>
      <dgm:t>
        <a:bodyPr/>
        <a:lstStyle/>
        <a:p>
          <a:endParaRPr lang="fr-BE"/>
        </a:p>
      </dgm:t>
    </dgm:pt>
    <dgm:pt modelId="{2D20AA7C-603F-4B6D-AC8F-5326438FAC5D}" type="sibTrans" cxnId="{C6180A9B-7402-401F-855D-EAF9278327A2}">
      <dgm:prSet/>
      <dgm:spPr/>
      <dgm:t>
        <a:bodyPr/>
        <a:lstStyle/>
        <a:p>
          <a:endParaRPr lang="fr-BE"/>
        </a:p>
      </dgm:t>
    </dgm:pt>
    <dgm:pt modelId="{4389FC38-934B-4D81-9281-D38E6CB43384}">
      <dgm:prSet/>
      <dgm:spPr/>
      <dgm:t>
        <a:bodyPr/>
        <a:lstStyle/>
        <a:p>
          <a:r>
            <a:rPr lang="hr-HR" dirty="0"/>
            <a:t>Jahta</a:t>
          </a:r>
          <a:endParaRPr lang="fr-BE" dirty="0"/>
        </a:p>
      </dgm:t>
    </dgm:pt>
    <dgm:pt modelId="{96A7A040-2E19-4ACF-9B20-708717A61F57}" type="parTrans" cxnId="{10800842-FB30-4C01-B2F0-23984FEBD328}">
      <dgm:prSet/>
      <dgm:spPr/>
      <dgm:t>
        <a:bodyPr/>
        <a:lstStyle/>
        <a:p>
          <a:endParaRPr lang="fr-BE"/>
        </a:p>
      </dgm:t>
    </dgm:pt>
    <dgm:pt modelId="{4D9C5DB1-3A7A-47C5-BB6A-749050C365F1}" type="sibTrans" cxnId="{10800842-FB30-4C01-B2F0-23984FEBD328}">
      <dgm:prSet/>
      <dgm:spPr/>
      <dgm:t>
        <a:bodyPr/>
        <a:lstStyle/>
        <a:p>
          <a:endParaRPr lang="fr-BE"/>
        </a:p>
      </dgm:t>
    </dgm:pt>
    <dgm:pt modelId="{7CFBAA52-A315-4340-847B-CADDBDC57269}">
      <dgm:prSet/>
      <dgm:spPr/>
      <dgm:t>
        <a:bodyPr/>
        <a:lstStyle/>
        <a:p>
          <a:r>
            <a:rPr lang="hr-HR" dirty="0"/>
            <a:t>Avion</a:t>
          </a:r>
          <a:endParaRPr lang="fr-BE" dirty="0"/>
        </a:p>
      </dgm:t>
    </dgm:pt>
    <dgm:pt modelId="{AA5D903F-987C-480D-BE32-15D84960FBAE}" type="parTrans" cxnId="{8B51B09B-5891-4B80-8346-E0F5F9E573D9}">
      <dgm:prSet/>
      <dgm:spPr/>
      <dgm:t>
        <a:bodyPr/>
        <a:lstStyle/>
        <a:p>
          <a:endParaRPr lang="fr-BE"/>
        </a:p>
      </dgm:t>
    </dgm:pt>
    <dgm:pt modelId="{23397340-F78C-4FEC-82E2-A45D7C0C748D}" type="sibTrans" cxnId="{8B51B09B-5891-4B80-8346-E0F5F9E573D9}">
      <dgm:prSet/>
      <dgm:spPr/>
      <dgm:t>
        <a:bodyPr/>
        <a:lstStyle/>
        <a:p>
          <a:endParaRPr lang="fr-BE"/>
        </a:p>
      </dgm:t>
    </dgm:pt>
    <dgm:pt modelId="{58FFBC98-292F-4A8B-80E2-81EE0C052150}">
      <dgm:prSet/>
      <dgm:spPr/>
      <dgm:t>
        <a:bodyPr/>
        <a:lstStyle/>
        <a:p>
          <a:r>
            <a:rPr lang="hr-HR" dirty="0"/>
            <a:t>Vlak</a:t>
          </a:r>
          <a:endParaRPr lang="fr-BE" dirty="0"/>
        </a:p>
      </dgm:t>
    </dgm:pt>
    <dgm:pt modelId="{82B7A268-BB00-49ED-A143-20563447BD0A}" type="parTrans" cxnId="{9BDA8172-8F8A-42B5-B85F-ABFD504F272D}">
      <dgm:prSet/>
      <dgm:spPr/>
      <dgm:t>
        <a:bodyPr/>
        <a:lstStyle/>
        <a:p>
          <a:endParaRPr lang="fr-BE"/>
        </a:p>
      </dgm:t>
    </dgm:pt>
    <dgm:pt modelId="{A4056D36-81D2-490F-91E9-A8F932067EF6}" type="sibTrans" cxnId="{9BDA8172-8F8A-42B5-B85F-ABFD504F272D}">
      <dgm:prSet/>
      <dgm:spPr/>
      <dgm:t>
        <a:bodyPr/>
        <a:lstStyle/>
        <a:p>
          <a:endParaRPr lang="fr-BE"/>
        </a:p>
      </dgm:t>
    </dgm:pt>
    <dgm:pt modelId="{FD181BDD-E55E-485E-8DF1-5388B1FC0646}">
      <dgm:prSet/>
      <dgm:spPr/>
      <dgm:t>
        <a:bodyPr/>
        <a:lstStyle/>
        <a:p>
          <a:r>
            <a:rPr lang="hr-HR" dirty="0"/>
            <a:t>Kontejnerski brod</a:t>
          </a:r>
          <a:endParaRPr lang="fr-BE" dirty="0"/>
        </a:p>
      </dgm:t>
    </dgm:pt>
    <dgm:pt modelId="{B8455A8A-9BC6-4BB5-9364-A6CF0D008390}" type="parTrans" cxnId="{21959139-18F9-4ACB-8122-CF0CBEE99BA1}">
      <dgm:prSet/>
      <dgm:spPr/>
      <dgm:t>
        <a:bodyPr/>
        <a:lstStyle/>
        <a:p>
          <a:endParaRPr lang="fr-BE"/>
        </a:p>
      </dgm:t>
    </dgm:pt>
    <dgm:pt modelId="{506B92E7-B0C3-4782-AF47-B7557A97B72D}" type="sibTrans" cxnId="{21959139-18F9-4ACB-8122-CF0CBEE99BA1}">
      <dgm:prSet/>
      <dgm:spPr/>
      <dgm:t>
        <a:bodyPr/>
        <a:lstStyle/>
        <a:p>
          <a:endParaRPr lang="fr-BE"/>
        </a:p>
      </dgm:t>
    </dgm:pt>
    <dgm:pt modelId="{3779CA50-0111-4E34-99F9-A0891564E210}">
      <dgm:prSet/>
      <dgm:spPr/>
      <dgm:t>
        <a:bodyPr/>
        <a:lstStyle/>
        <a:p>
          <a:r>
            <a:rPr lang="hr-HR" dirty="0"/>
            <a:t>Kamion</a:t>
          </a:r>
          <a:endParaRPr lang="fr-BE" dirty="0"/>
        </a:p>
      </dgm:t>
    </dgm:pt>
    <dgm:pt modelId="{E6180DE7-9BCF-46F4-BC4F-47D288969906}" type="parTrans" cxnId="{D06A2CFA-A952-48A3-B8BC-F50AB28A4B48}">
      <dgm:prSet/>
      <dgm:spPr/>
      <dgm:t>
        <a:bodyPr/>
        <a:lstStyle/>
        <a:p>
          <a:endParaRPr lang="fr-BE"/>
        </a:p>
      </dgm:t>
    </dgm:pt>
    <dgm:pt modelId="{AD45432B-4491-49B4-BE66-6AB0904A214B}" type="sibTrans" cxnId="{D06A2CFA-A952-48A3-B8BC-F50AB28A4B48}">
      <dgm:prSet/>
      <dgm:spPr/>
      <dgm:t>
        <a:bodyPr/>
        <a:lstStyle/>
        <a:p>
          <a:endParaRPr lang="fr-BE"/>
        </a:p>
      </dgm:t>
    </dgm:pt>
    <dgm:pt modelId="{0EE9C20C-E968-41C9-BA1F-06C11C7623AB}" type="pres">
      <dgm:prSet presAssocID="{191637E7-E3B4-4308-AB0B-D5FD41D56003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9FB98BA0-7348-4252-AD25-43777A867F06}" type="pres">
      <dgm:prSet presAssocID="{84F05198-8CF3-42E8-8EB5-BA3BD69B94AF}" presName="hierRoot1" presStyleCnt="0">
        <dgm:presLayoutVars>
          <dgm:hierBranch val="init"/>
        </dgm:presLayoutVars>
      </dgm:prSet>
      <dgm:spPr/>
    </dgm:pt>
    <dgm:pt modelId="{7278511B-07DE-4219-9F6F-8BF7F3BCB257}" type="pres">
      <dgm:prSet presAssocID="{84F05198-8CF3-42E8-8EB5-BA3BD69B94AF}" presName="rootComposite1" presStyleCnt="0"/>
      <dgm:spPr/>
    </dgm:pt>
    <dgm:pt modelId="{85CB8009-831F-417C-8E3F-48C1584FE37B}" type="pres">
      <dgm:prSet presAssocID="{84F05198-8CF3-42E8-8EB5-BA3BD69B94AF}" presName="rootText1" presStyleLbl="node0" presStyleIdx="0" presStyleCnt="1">
        <dgm:presLayoutVars>
          <dgm:chPref val="3"/>
        </dgm:presLayoutVars>
      </dgm:prSet>
      <dgm:spPr>
        <a:prstGeom prst="flowChartAlternateProcess">
          <a:avLst/>
        </a:prstGeom>
      </dgm:spPr>
    </dgm:pt>
    <dgm:pt modelId="{C8F28F2C-570D-415C-9BB6-622E8CFA98F3}" type="pres">
      <dgm:prSet presAssocID="{84F05198-8CF3-42E8-8EB5-BA3BD69B94AF}" presName="rootConnector1" presStyleLbl="node1" presStyleIdx="0" presStyleCnt="0"/>
      <dgm:spPr/>
    </dgm:pt>
    <dgm:pt modelId="{00824F5E-66F3-4A28-BE25-3BA8D1781D24}" type="pres">
      <dgm:prSet presAssocID="{84F05198-8CF3-42E8-8EB5-BA3BD69B94AF}" presName="hierChild2" presStyleCnt="0"/>
      <dgm:spPr/>
    </dgm:pt>
    <dgm:pt modelId="{2ADB2907-BEF6-44F9-B5A3-2B2BA4DC50D4}" type="pres">
      <dgm:prSet presAssocID="{3EB575DD-E3DD-475C-865D-77E0E133FB20}" presName="Name37" presStyleLbl="parChTrans1D2" presStyleIdx="0" presStyleCnt="3"/>
      <dgm:spPr/>
    </dgm:pt>
    <dgm:pt modelId="{7B7D5174-7C2D-41FA-B4D2-B4A364C84BD3}" type="pres">
      <dgm:prSet presAssocID="{B1AE6965-001B-4A4D-AB34-B8C5AC147374}" presName="hierRoot2" presStyleCnt="0">
        <dgm:presLayoutVars>
          <dgm:hierBranch val="init"/>
        </dgm:presLayoutVars>
      </dgm:prSet>
      <dgm:spPr/>
    </dgm:pt>
    <dgm:pt modelId="{48F1B77E-9500-415C-85AE-4D6C91999415}" type="pres">
      <dgm:prSet presAssocID="{B1AE6965-001B-4A4D-AB34-B8C5AC147374}" presName="rootComposite" presStyleCnt="0"/>
      <dgm:spPr/>
    </dgm:pt>
    <dgm:pt modelId="{72E00B33-6386-4FAE-9395-07C3A1DE905D}" type="pres">
      <dgm:prSet presAssocID="{B1AE6965-001B-4A4D-AB34-B8C5AC147374}" presName="rootText" presStyleLbl="node2" presStyleIdx="0" presStyleCnt="3" custLinFactNeighborX="-46944">
        <dgm:presLayoutVars>
          <dgm:chPref val="3"/>
        </dgm:presLayoutVars>
      </dgm:prSet>
      <dgm:spPr>
        <a:prstGeom prst="flowChartAlternateProcess">
          <a:avLst/>
        </a:prstGeom>
      </dgm:spPr>
    </dgm:pt>
    <dgm:pt modelId="{E16068AC-8626-488D-99E3-839A2090D5EF}" type="pres">
      <dgm:prSet presAssocID="{B1AE6965-001B-4A4D-AB34-B8C5AC147374}" presName="rootConnector" presStyleLbl="node2" presStyleIdx="0" presStyleCnt="3"/>
      <dgm:spPr/>
    </dgm:pt>
    <dgm:pt modelId="{28157305-4457-44E1-AD33-ADBEB8A387BC}" type="pres">
      <dgm:prSet presAssocID="{B1AE6965-001B-4A4D-AB34-B8C5AC147374}" presName="hierChild4" presStyleCnt="0"/>
      <dgm:spPr/>
    </dgm:pt>
    <dgm:pt modelId="{A8167612-5A5C-4259-A9FA-0E511AC440D4}" type="pres">
      <dgm:prSet presAssocID="{D0E6E46E-C39E-4922-A4DD-36F93E1C1525}" presName="Name37" presStyleLbl="parChTrans1D3" presStyleIdx="0" presStyleCnt="15"/>
      <dgm:spPr/>
    </dgm:pt>
    <dgm:pt modelId="{B68ADB8C-D7D1-4FFB-ABF8-026F987BDF66}" type="pres">
      <dgm:prSet presAssocID="{C13DD44D-613E-47C4-BD59-9B2B941BA976}" presName="hierRoot2" presStyleCnt="0">
        <dgm:presLayoutVars>
          <dgm:hierBranch val="init"/>
        </dgm:presLayoutVars>
      </dgm:prSet>
      <dgm:spPr/>
    </dgm:pt>
    <dgm:pt modelId="{9084A730-C8E9-4FE2-9D43-0E0D62029BC1}" type="pres">
      <dgm:prSet presAssocID="{C13DD44D-613E-47C4-BD59-9B2B941BA976}" presName="rootComposite" presStyleCnt="0"/>
      <dgm:spPr/>
    </dgm:pt>
    <dgm:pt modelId="{6A831034-9C71-47B6-AC6F-A747A4CDB941}" type="pres">
      <dgm:prSet presAssocID="{C13DD44D-613E-47C4-BD59-9B2B941BA976}" presName="rootText" presStyleLbl="node3" presStyleIdx="0" presStyleCnt="15" custLinFactNeighborX="-27873">
        <dgm:presLayoutVars>
          <dgm:chPref val="3"/>
        </dgm:presLayoutVars>
      </dgm:prSet>
      <dgm:spPr>
        <a:prstGeom prst="flowChartAlternateProcess">
          <a:avLst/>
        </a:prstGeom>
      </dgm:spPr>
    </dgm:pt>
    <dgm:pt modelId="{653D5917-37BB-4D1C-81E6-4178F86F8910}" type="pres">
      <dgm:prSet presAssocID="{C13DD44D-613E-47C4-BD59-9B2B941BA976}" presName="rootConnector" presStyleLbl="node3" presStyleIdx="0" presStyleCnt="15"/>
      <dgm:spPr/>
    </dgm:pt>
    <dgm:pt modelId="{25281F35-11D5-43F1-B69E-2B50543B263C}" type="pres">
      <dgm:prSet presAssocID="{C13DD44D-613E-47C4-BD59-9B2B941BA976}" presName="hierChild4" presStyleCnt="0"/>
      <dgm:spPr/>
    </dgm:pt>
    <dgm:pt modelId="{65768C50-AC82-403E-96BB-863D52C8290D}" type="pres">
      <dgm:prSet presAssocID="{C13DD44D-613E-47C4-BD59-9B2B941BA976}" presName="hierChild5" presStyleCnt="0"/>
      <dgm:spPr/>
    </dgm:pt>
    <dgm:pt modelId="{8CE0B4F6-CA3E-4F02-8744-8B0933A4C2AB}" type="pres">
      <dgm:prSet presAssocID="{838666FC-3675-4478-BA86-AB6456F62CF5}" presName="Name37" presStyleLbl="parChTrans1D3" presStyleIdx="1" presStyleCnt="15"/>
      <dgm:spPr/>
    </dgm:pt>
    <dgm:pt modelId="{F38437B1-AE01-4FF8-A0A9-41F82B649282}" type="pres">
      <dgm:prSet presAssocID="{63BA974C-648B-493B-9592-65082C95EA6E}" presName="hierRoot2" presStyleCnt="0">
        <dgm:presLayoutVars>
          <dgm:hierBranch val="init"/>
        </dgm:presLayoutVars>
      </dgm:prSet>
      <dgm:spPr/>
    </dgm:pt>
    <dgm:pt modelId="{E453E399-E5AE-4695-B7B1-D16C7AAAC3FE}" type="pres">
      <dgm:prSet presAssocID="{63BA974C-648B-493B-9592-65082C95EA6E}" presName="rootComposite" presStyleCnt="0"/>
      <dgm:spPr/>
    </dgm:pt>
    <dgm:pt modelId="{56613D7A-17F4-4BB5-A8A4-691F18BA8191}" type="pres">
      <dgm:prSet presAssocID="{63BA974C-648B-493B-9592-65082C95EA6E}" presName="rootText" presStyleLbl="node3" presStyleIdx="1" presStyleCnt="15" custLinFactNeighborX="-27873">
        <dgm:presLayoutVars>
          <dgm:chPref val="3"/>
        </dgm:presLayoutVars>
      </dgm:prSet>
      <dgm:spPr>
        <a:prstGeom prst="flowChartAlternateProcess">
          <a:avLst/>
        </a:prstGeom>
      </dgm:spPr>
    </dgm:pt>
    <dgm:pt modelId="{5FB12EBD-A5B9-4E4E-805E-49376A430978}" type="pres">
      <dgm:prSet presAssocID="{63BA974C-648B-493B-9592-65082C95EA6E}" presName="rootConnector" presStyleLbl="node3" presStyleIdx="1" presStyleCnt="15"/>
      <dgm:spPr/>
    </dgm:pt>
    <dgm:pt modelId="{2A7E096D-8AE9-4AB9-A38F-35CF76D8A88B}" type="pres">
      <dgm:prSet presAssocID="{63BA974C-648B-493B-9592-65082C95EA6E}" presName="hierChild4" presStyleCnt="0"/>
      <dgm:spPr/>
    </dgm:pt>
    <dgm:pt modelId="{0E4D616F-8C9E-49DA-BF2A-0D040D92BF1D}" type="pres">
      <dgm:prSet presAssocID="{63BA974C-648B-493B-9592-65082C95EA6E}" presName="hierChild5" presStyleCnt="0"/>
      <dgm:spPr/>
    </dgm:pt>
    <dgm:pt modelId="{AFC0FB12-C205-4B2C-B6A5-A9C8749835B2}" type="pres">
      <dgm:prSet presAssocID="{7A563D32-33A3-40F3-9ADE-954794504FDE}" presName="Name37" presStyleLbl="parChTrans1D3" presStyleIdx="2" presStyleCnt="15"/>
      <dgm:spPr/>
    </dgm:pt>
    <dgm:pt modelId="{73694DDE-AD68-46E3-B953-A17AB5BEC5A8}" type="pres">
      <dgm:prSet presAssocID="{F5DD83D7-DCE3-4CD4-8EF4-2DB3EEF2C806}" presName="hierRoot2" presStyleCnt="0">
        <dgm:presLayoutVars>
          <dgm:hierBranch val="init"/>
        </dgm:presLayoutVars>
      </dgm:prSet>
      <dgm:spPr/>
    </dgm:pt>
    <dgm:pt modelId="{961A76D7-870C-4583-8CF0-98039118AA36}" type="pres">
      <dgm:prSet presAssocID="{F5DD83D7-DCE3-4CD4-8EF4-2DB3EEF2C806}" presName="rootComposite" presStyleCnt="0"/>
      <dgm:spPr/>
    </dgm:pt>
    <dgm:pt modelId="{B3742F30-DCAC-4859-B014-3D48E5E8DA81}" type="pres">
      <dgm:prSet presAssocID="{F5DD83D7-DCE3-4CD4-8EF4-2DB3EEF2C806}" presName="rootText" presStyleLbl="node3" presStyleIdx="2" presStyleCnt="15" custLinFactNeighborX="-27873">
        <dgm:presLayoutVars>
          <dgm:chPref val="3"/>
        </dgm:presLayoutVars>
      </dgm:prSet>
      <dgm:spPr>
        <a:prstGeom prst="flowChartAlternateProcess">
          <a:avLst/>
        </a:prstGeom>
      </dgm:spPr>
    </dgm:pt>
    <dgm:pt modelId="{C9A9BF21-EB46-4C4D-93D7-922953EA7941}" type="pres">
      <dgm:prSet presAssocID="{F5DD83D7-DCE3-4CD4-8EF4-2DB3EEF2C806}" presName="rootConnector" presStyleLbl="node3" presStyleIdx="2" presStyleCnt="15"/>
      <dgm:spPr/>
    </dgm:pt>
    <dgm:pt modelId="{EB11B81D-C8C3-48C8-9AE0-94FFC473C04B}" type="pres">
      <dgm:prSet presAssocID="{F5DD83D7-DCE3-4CD4-8EF4-2DB3EEF2C806}" presName="hierChild4" presStyleCnt="0"/>
      <dgm:spPr/>
    </dgm:pt>
    <dgm:pt modelId="{D823801A-2717-4B09-A2C0-745E0F85C887}" type="pres">
      <dgm:prSet presAssocID="{F5DD83D7-DCE3-4CD4-8EF4-2DB3EEF2C806}" presName="hierChild5" presStyleCnt="0"/>
      <dgm:spPr/>
    </dgm:pt>
    <dgm:pt modelId="{D36D9810-53B1-4D32-929D-24A4E96FE924}" type="pres">
      <dgm:prSet presAssocID="{E3AFE054-8635-4609-9A84-A1F3FAD3E15C}" presName="Name37" presStyleLbl="parChTrans1D3" presStyleIdx="3" presStyleCnt="15"/>
      <dgm:spPr/>
    </dgm:pt>
    <dgm:pt modelId="{E4645481-C1EA-472E-BBE0-435AD1956429}" type="pres">
      <dgm:prSet presAssocID="{04E5EA76-1FE7-4C90-944C-6323B8CC2E92}" presName="hierRoot2" presStyleCnt="0">
        <dgm:presLayoutVars>
          <dgm:hierBranch val="init"/>
        </dgm:presLayoutVars>
      </dgm:prSet>
      <dgm:spPr/>
    </dgm:pt>
    <dgm:pt modelId="{437BE313-56C7-4F23-8722-F993F1C70958}" type="pres">
      <dgm:prSet presAssocID="{04E5EA76-1FE7-4C90-944C-6323B8CC2E92}" presName="rootComposite" presStyleCnt="0"/>
      <dgm:spPr/>
    </dgm:pt>
    <dgm:pt modelId="{8144642B-F62A-4A4B-AEAD-4E08FA09C38D}" type="pres">
      <dgm:prSet presAssocID="{04E5EA76-1FE7-4C90-944C-6323B8CC2E92}" presName="rootText" presStyleLbl="node3" presStyleIdx="3" presStyleCnt="15" custLinFactNeighborX="-27873">
        <dgm:presLayoutVars>
          <dgm:chPref val="3"/>
        </dgm:presLayoutVars>
      </dgm:prSet>
      <dgm:spPr>
        <a:prstGeom prst="flowChartAlternateProcess">
          <a:avLst/>
        </a:prstGeom>
      </dgm:spPr>
    </dgm:pt>
    <dgm:pt modelId="{729CDD6C-6604-4AAE-AB03-1C92C16F8A47}" type="pres">
      <dgm:prSet presAssocID="{04E5EA76-1FE7-4C90-944C-6323B8CC2E92}" presName="rootConnector" presStyleLbl="node3" presStyleIdx="3" presStyleCnt="15"/>
      <dgm:spPr/>
    </dgm:pt>
    <dgm:pt modelId="{684F71E8-81B5-48D9-B3CA-81CB547C7517}" type="pres">
      <dgm:prSet presAssocID="{04E5EA76-1FE7-4C90-944C-6323B8CC2E92}" presName="hierChild4" presStyleCnt="0"/>
      <dgm:spPr/>
    </dgm:pt>
    <dgm:pt modelId="{5F37409C-933B-4BAE-AB8B-F6B7A0F6916C}" type="pres">
      <dgm:prSet presAssocID="{04E5EA76-1FE7-4C90-944C-6323B8CC2E92}" presName="hierChild5" presStyleCnt="0"/>
      <dgm:spPr/>
    </dgm:pt>
    <dgm:pt modelId="{4B87EAF4-0B87-45B5-86B5-A85F5F566B64}" type="pres">
      <dgm:prSet presAssocID="{908E39A2-E65C-48AD-AED9-33E654F2CAA1}" presName="Name37" presStyleLbl="parChTrans1D3" presStyleIdx="4" presStyleCnt="15"/>
      <dgm:spPr/>
    </dgm:pt>
    <dgm:pt modelId="{BD018762-9D5F-4CAC-A596-46E4A7F04C85}" type="pres">
      <dgm:prSet presAssocID="{AF581EF4-DDDC-496A-9A9F-485F26A39A8E}" presName="hierRoot2" presStyleCnt="0">
        <dgm:presLayoutVars>
          <dgm:hierBranch val="init"/>
        </dgm:presLayoutVars>
      </dgm:prSet>
      <dgm:spPr/>
    </dgm:pt>
    <dgm:pt modelId="{A9229DBE-312D-4C5E-A462-0B4D3E526B3F}" type="pres">
      <dgm:prSet presAssocID="{AF581EF4-DDDC-496A-9A9F-485F26A39A8E}" presName="rootComposite" presStyleCnt="0"/>
      <dgm:spPr/>
    </dgm:pt>
    <dgm:pt modelId="{06EAA2D5-2C7E-4BDE-90B6-21DCE4BC5076}" type="pres">
      <dgm:prSet presAssocID="{AF581EF4-DDDC-496A-9A9F-485F26A39A8E}" presName="rootText" presStyleLbl="node3" presStyleIdx="4" presStyleCnt="15" custLinFactNeighborX="-27873">
        <dgm:presLayoutVars>
          <dgm:chPref val="3"/>
        </dgm:presLayoutVars>
      </dgm:prSet>
      <dgm:spPr>
        <a:prstGeom prst="flowChartAlternateProcess">
          <a:avLst/>
        </a:prstGeom>
      </dgm:spPr>
    </dgm:pt>
    <dgm:pt modelId="{948DDCA2-9224-4B06-97EA-462FFF16E0B5}" type="pres">
      <dgm:prSet presAssocID="{AF581EF4-DDDC-496A-9A9F-485F26A39A8E}" presName="rootConnector" presStyleLbl="node3" presStyleIdx="4" presStyleCnt="15"/>
      <dgm:spPr/>
    </dgm:pt>
    <dgm:pt modelId="{94DE8CDF-E687-4332-B198-38A7CC37008A}" type="pres">
      <dgm:prSet presAssocID="{AF581EF4-DDDC-496A-9A9F-485F26A39A8E}" presName="hierChild4" presStyleCnt="0"/>
      <dgm:spPr/>
    </dgm:pt>
    <dgm:pt modelId="{2BF29A81-7BBD-4C7C-A576-E574DE3EB7F6}" type="pres">
      <dgm:prSet presAssocID="{AF581EF4-DDDC-496A-9A9F-485F26A39A8E}" presName="hierChild5" presStyleCnt="0"/>
      <dgm:spPr/>
    </dgm:pt>
    <dgm:pt modelId="{56432956-210A-4579-BED0-CF78AECF4581}" type="pres">
      <dgm:prSet presAssocID="{B1AE6965-001B-4A4D-AB34-B8C5AC147374}" presName="hierChild5" presStyleCnt="0"/>
      <dgm:spPr/>
    </dgm:pt>
    <dgm:pt modelId="{CCD43CD0-0D16-41FB-8FAD-C6648BF70F70}" type="pres">
      <dgm:prSet presAssocID="{96E20AC0-BA67-4587-9B26-424DF6E00708}" presName="Name37" presStyleLbl="parChTrans1D2" presStyleIdx="1" presStyleCnt="3"/>
      <dgm:spPr/>
    </dgm:pt>
    <dgm:pt modelId="{38B6DB4A-3B1B-4E8C-8787-ABD90595E7FB}" type="pres">
      <dgm:prSet presAssocID="{F0E393CA-1584-4C1C-8D41-A2B3A1DD0C25}" presName="hierRoot2" presStyleCnt="0">
        <dgm:presLayoutVars>
          <dgm:hierBranch val="init"/>
        </dgm:presLayoutVars>
      </dgm:prSet>
      <dgm:spPr/>
    </dgm:pt>
    <dgm:pt modelId="{E29D72D6-3460-41DA-8450-B4892233697D}" type="pres">
      <dgm:prSet presAssocID="{F0E393CA-1584-4C1C-8D41-A2B3A1DD0C25}" presName="rootComposite" presStyleCnt="0"/>
      <dgm:spPr/>
    </dgm:pt>
    <dgm:pt modelId="{74E5F807-5224-412E-A96A-96A556251D60}" type="pres">
      <dgm:prSet presAssocID="{F0E393CA-1584-4C1C-8D41-A2B3A1DD0C25}" presName="rootText" presStyleLbl="node2" presStyleIdx="1" presStyleCnt="3">
        <dgm:presLayoutVars>
          <dgm:chPref val="3"/>
        </dgm:presLayoutVars>
      </dgm:prSet>
      <dgm:spPr>
        <a:prstGeom prst="flowChartAlternateProcess">
          <a:avLst/>
        </a:prstGeom>
      </dgm:spPr>
    </dgm:pt>
    <dgm:pt modelId="{98CB216E-3183-49C2-A484-CAB737E3F055}" type="pres">
      <dgm:prSet presAssocID="{F0E393CA-1584-4C1C-8D41-A2B3A1DD0C25}" presName="rootConnector" presStyleLbl="node2" presStyleIdx="1" presStyleCnt="3"/>
      <dgm:spPr/>
    </dgm:pt>
    <dgm:pt modelId="{35F8C305-8221-473A-B0EF-415B166E12DE}" type="pres">
      <dgm:prSet presAssocID="{F0E393CA-1584-4C1C-8D41-A2B3A1DD0C25}" presName="hierChild4" presStyleCnt="0"/>
      <dgm:spPr/>
    </dgm:pt>
    <dgm:pt modelId="{74C91597-622C-410D-91EB-46234BBA1973}" type="pres">
      <dgm:prSet presAssocID="{E67F517D-EF62-459B-BFD9-FDD12683B690}" presName="Name37" presStyleLbl="parChTrans1D3" presStyleIdx="5" presStyleCnt="15"/>
      <dgm:spPr/>
    </dgm:pt>
    <dgm:pt modelId="{3EAF9EBB-DC7B-4866-98CA-4E108A313128}" type="pres">
      <dgm:prSet presAssocID="{0254DBB9-0286-4C7D-8666-12C8249A6A89}" presName="hierRoot2" presStyleCnt="0">
        <dgm:presLayoutVars>
          <dgm:hierBranch val="init"/>
        </dgm:presLayoutVars>
      </dgm:prSet>
      <dgm:spPr/>
    </dgm:pt>
    <dgm:pt modelId="{E144B6CD-706A-461B-B09B-26FDABB565CD}" type="pres">
      <dgm:prSet presAssocID="{0254DBB9-0286-4C7D-8666-12C8249A6A89}" presName="rootComposite" presStyleCnt="0"/>
      <dgm:spPr/>
    </dgm:pt>
    <dgm:pt modelId="{115FB43C-BBF7-46DE-AC3E-42BDF3806B45}" type="pres">
      <dgm:prSet presAssocID="{0254DBB9-0286-4C7D-8666-12C8249A6A89}" presName="rootText" presStyleLbl="node3" presStyleIdx="5" presStyleCnt="15" custLinFactNeighborX="17767" custLinFactNeighborY="10278">
        <dgm:presLayoutVars>
          <dgm:chPref val="3"/>
        </dgm:presLayoutVars>
      </dgm:prSet>
      <dgm:spPr>
        <a:prstGeom prst="flowChartAlternateProcess">
          <a:avLst/>
        </a:prstGeom>
      </dgm:spPr>
    </dgm:pt>
    <dgm:pt modelId="{E937B757-395A-4B27-AF06-1D188D254BF9}" type="pres">
      <dgm:prSet presAssocID="{0254DBB9-0286-4C7D-8666-12C8249A6A89}" presName="rootConnector" presStyleLbl="node3" presStyleIdx="5" presStyleCnt="15"/>
      <dgm:spPr/>
    </dgm:pt>
    <dgm:pt modelId="{75CA212A-D66F-4ED1-8756-CF6E318A20B2}" type="pres">
      <dgm:prSet presAssocID="{0254DBB9-0286-4C7D-8666-12C8249A6A89}" presName="hierChild4" presStyleCnt="0"/>
      <dgm:spPr/>
    </dgm:pt>
    <dgm:pt modelId="{4F69F804-9FAC-4869-9087-388CF67DB8FE}" type="pres">
      <dgm:prSet presAssocID="{0254DBB9-0286-4C7D-8666-12C8249A6A89}" presName="hierChild5" presStyleCnt="0"/>
      <dgm:spPr/>
    </dgm:pt>
    <dgm:pt modelId="{8CFC3D68-2072-4D20-8100-B74305677337}" type="pres">
      <dgm:prSet presAssocID="{98A0DB54-090F-47EB-AB49-5B2F64651A26}" presName="Name37" presStyleLbl="parChTrans1D3" presStyleIdx="6" presStyleCnt="15"/>
      <dgm:spPr/>
    </dgm:pt>
    <dgm:pt modelId="{C151390E-E6A5-45F4-B738-FFF303EED80D}" type="pres">
      <dgm:prSet presAssocID="{2319EB0B-39AC-48E7-BF1F-BC68F2A4E1DB}" presName="hierRoot2" presStyleCnt="0">
        <dgm:presLayoutVars>
          <dgm:hierBranch val="init"/>
        </dgm:presLayoutVars>
      </dgm:prSet>
      <dgm:spPr/>
    </dgm:pt>
    <dgm:pt modelId="{5DFA2A13-2128-418C-83C5-E4034410EAAA}" type="pres">
      <dgm:prSet presAssocID="{2319EB0B-39AC-48E7-BF1F-BC68F2A4E1DB}" presName="rootComposite" presStyleCnt="0"/>
      <dgm:spPr/>
    </dgm:pt>
    <dgm:pt modelId="{C7DED732-02CB-4B03-BA26-8F23429A13F7}" type="pres">
      <dgm:prSet presAssocID="{2319EB0B-39AC-48E7-BF1F-BC68F2A4E1DB}" presName="rootText" presStyleLbl="node3" presStyleIdx="6" presStyleCnt="15" custLinFactNeighborX="19071">
        <dgm:presLayoutVars>
          <dgm:chPref val="3"/>
        </dgm:presLayoutVars>
      </dgm:prSet>
      <dgm:spPr>
        <a:prstGeom prst="flowChartAlternateProcess">
          <a:avLst/>
        </a:prstGeom>
      </dgm:spPr>
    </dgm:pt>
    <dgm:pt modelId="{705B7759-CEB9-4D8F-A6DE-D465C92CC20F}" type="pres">
      <dgm:prSet presAssocID="{2319EB0B-39AC-48E7-BF1F-BC68F2A4E1DB}" presName="rootConnector" presStyleLbl="node3" presStyleIdx="6" presStyleCnt="15"/>
      <dgm:spPr/>
    </dgm:pt>
    <dgm:pt modelId="{4E47E152-5BB3-45F3-B614-0E41A46A28C4}" type="pres">
      <dgm:prSet presAssocID="{2319EB0B-39AC-48E7-BF1F-BC68F2A4E1DB}" presName="hierChild4" presStyleCnt="0"/>
      <dgm:spPr/>
    </dgm:pt>
    <dgm:pt modelId="{4065A0CB-1E97-41F6-BE6E-D96FD5085189}" type="pres">
      <dgm:prSet presAssocID="{2319EB0B-39AC-48E7-BF1F-BC68F2A4E1DB}" presName="hierChild5" presStyleCnt="0"/>
      <dgm:spPr/>
    </dgm:pt>
    <dgm:pt modelId="{C7B9D0D9-9F00-4126-AA24-6BD677A479FC}" type="pres">
      <dgm:prSet presAssocID="{AC0987AA-3CDA-42A7-AB7E-ED7824BEB9CE}" presName="Name37" presStyleLbl="parChTrans1D3" presStyleIdx="7" presStyleCnt="15"/>
      <dgm:spPr/>
    </dgm:pt>
    <dgm:pt modelId="{B3D8B8FE-C472-4446-8990-32476E442D85}" type="pres">
      <dgm:prSet presAssocID="{CA4208FA-CC57-4ED3-B651-EC200524E270}" presName="hierRoot2" presStyleCnt="0">
        <dgm:presLayoutVars>
          <dgm:hierBranch val="init"/>
        </dgm:presLayoutVars>
      </dgm:prSet>
      <dgm:spPr/>
    </dgm:pt>
    <dgm:pt modelId="{1225A0FE-544A-4FC7-A3ED-2472341EAAD8}" type="pres">
      <dgm:prSet presAssocID="{CA4208FA-CC57-4ED3-B651-EC200524E270}" presName="rootComposite" presStyleCnt="0"/>
      <dgm:spPr/>
    </dgm:pt>
    <dgm:pt modelId="{6A292B4F-A078-4C27-9751-D71BEED49CFA}" type="pres">
      <dgm:prSet presAssocID="{CA4208FA-CC57-4ED3-B651-EC200524E270}" presName="rootText" presStyleLbl="node3" presStyleIdx="7" presStyleCnt="15" custLinFactNeighborX="19071">
        <dgm:presLayoutVars>
          <dgm:chPref val="3"/>
        </dgm:presLayoutVars>
      </dgm:prSet>
      <dgm:spPr>
        <a:prstGeom prst="flowChartAlternateProcess">
          <a:avLst/>
        </a:prstGeom>
      </dgm:spPr>
    </dgm:pt>
    <dgm:pt modelId="{55B6BBC5-9B64-417B-8308-CE28283A7FA7}" type="pres">
      <dgm:prSet presAssocID="{CA4208FA-CC57-4ED3-B651-EC200524E270}" presName="rootConnector" presStyleLbl="node3" presStyleIdx="7" presStyleCnt="15"/>
      <dgm:spPr/>
    </dgm:pt>
    <dgm:pt modelId="{4BE629CF-2B08-4798-92DA-58E9227BB215}" type="pres">
      <dgm:prSet presAssocID="{CA4208FA-CC57-4ED3-B651-EC200524E270}" presName="hierChild4" presStyleCnt="0"/>
      <dgm:spPr/>
    </dgm:pt>
    <dgm:pt modelId="{70121DFB-B022-49C2-8F90-ABE94A77E73C}" type="pres">
      <dgm:prSet presAssocID="{CA4208FA-CC57-4ED3-B651-EC200524E270}" presName="hierChild5" presStyleCnt="0"/>
      <dgm:spPr/>
    </dgm:pt>
    <dgm:pt modelId="{8E6CC30C-ECE6-4CE3-8E0D-D4DD0ABE3C27}" type="pres">
      <dgm:prSet presAssocID="{A68CA705-BBA6-4597-8704-A294B8BA104F}" presName="Name37" presStyleLbl="parChTrans1D3" presStyleIdx="8" presStyleCnt="15"/>
      <dgm:spPr/>
    </dgm:pt>
    <dgm:pt modelId="{7303B727-FDAF-4B00-9161-D0E0035B5E50}" type="pres">
      <dgm:prSet presAssocID="{0789F98D-8F57-4B7B-9504-61A41EAF9575}" presName="hierRoot2" presStyleCnt="0">
        <dgm:presLayoutVars>
          <dgm:hierBranch val="init"/>
        </dgm:presLayoutVars>
      </dgm:prSet>
      <dgm:spPr/>
    </dgm:pt>
    <dgm:pt modelId="{5A2EDF2F-78CE-4795-A0CE-341F709919DD}" type="pres">
      <dgm:prSet presAssocID="{0789F98D-8F57-4B7B-9504-61A41EAF9575}" presName="rootComposite" presStyleCnt="0"/>
      <dgm:spPr/>
    </dgm:pt>
    <dgm:pt modelId="{5797F1E1-B893-46C9-96DC-AA1A5091CA0D}" type="pres">
      <dgm:prSet presAssocID="{0789F98D-8F57-4B7B-9504-61A41EAF9575}" presName="rootText" presStyleLbl="node3" presStyleIdx="8" presStyleCnt="15" custLinFactNeighborX="19071">
        <dgm:presLayoutVars>
          <dgm:chPref val="3"/>
        </dgm:presLayoutVars>
      </dgm:prSet>
      <dgm:spPr>
        <a:prstGeom prst="flowChartAlternateProcess">
          <a:avLst/>
        </a:prstGeom>
      </dgm:spPr>
    </dgm:pt>
    <dgm:pt modelId="{E9C94781-B48D-4514-8571-5A1B9C29F409}" type="pres">
      <dgm:prSet presAssocID="{0789F98D-8F57-4B7B-9504-61A41EAF9575}" presName="rootConnector" presStyleLbl="node3" presStyleIdx="8" presStyleCnt="15"/>
      <dgm:spPr/>
    </dgm:pt>
    <dgm:pt modelId="{F4502003-2309-46E5-B8D2-7FF491AAC7D0}" type="pres">
      <dgm:prSet presAssocID="{0789F98D-8F57-4B7B-9504-61A41EAF9575}" presName="hierChild4" presStyleCnt="0"/>
      <dgm:spPr/>
    </dgm:pt>
    <dgm:pt modelId="{F9C290BB-E654-4544-A96C-A155EC5EA357}" type="pres">
      <dgm:prSet presAssocID="{0789F98D-8F57-4B7B-9504-61A41EAF9575}" presName="hierChild5" presStyleCnt="0"/>
      <dgm:spPr/>
    </dgm:pt>
    <dgm:pt modelId="{8EECA0F6-D608-468A-97F3-CC88ADEFD196}" type="pres">
      <dgm:prSet presAssocID="{3DECE780-7553-40BA-BEEB-93A92BCFD43E}" presName="Name37" presStyleLbl="parChTrans1D3" presStyleIdx="9" presStyleCnt="15"/>
      <dgm:spPr/>
    </dgm:pt>
    <dgm:pt modelId="{F6010C18-8947-4F40-8EFC-9ABF62F725A9}" type="pres">
      <dgm:prSet presAssocID="{08424254-5B32-401D-94A2-267D613B723C}" presName="hierRoot2" presStyleCnt="0">
        <dgm:presLayoutVars>
          <dgm:hierBranch val="init"/>
        </dgm:presLayoutVars>
      </dgm:prSet>
      <dgm:spPr/>
    </dgm:pt>
    <dgm:pt modelId="{659A74B3-B0AE-413F-8E75-AFDF7FFDD021}" type="pres">
      <dgm:prSet presAssocID="{08424254-5B32-401D-94A2-267D613B723C}" presName="rootComposite" presStyleCnt="0"/>
      <dgm:spPr/>
    </dgm:pt>
    <dgm:pt modelId="{2CB52A9F-1060-4D46-9164-BEDAC5CFB98B}" type="pres">
      <dgm:prSet presAssocID="{08424254-5B32-401D-94A2-267D613B723C}" presName="rootText" presStyleLbl="node3" presStyleIdx="9" presStyleCnt="15" custLinFactNeighborX="19071">
        <dgm:presLayoutVars>
          <dgm:chPref val="3"/>
        </dgm:presLayoutVars>
      </dgm:prSet>
      <dgm:spPr>
        <a:prstGeom prst="flowChartAlternateProcess">
          <a:avLst/>
        </a:prstGeom>
      </dgm:spPr>
    </dgm:pt>
    <dgm:pt modelId="{4CB8B585-DDAE-4D07-BA2B-3A547E295B9B}" type="pres">
      <dgm:prSet presAssocID="{08424254-5B32-401D-94A2-267D613B723C}" presName="rootConnector" presStyleLbl="node3" presStyleIdx="9" presStyleCnt="15"/>
      <dgm:spPr/>
    </dgm:pt>
    <dgm:pt modelId="{64D3BA26-976D-415B-8304-B46004140F02}" type="pres">
      <dgm:prSet presAssocID="{08424254-5B32-401D-94A2-267D613B723C}" presName="hierChild4" presStyleCnt="0"/>
      <dgm:spPr/>
    </dgm:pt>
    <dgm:pt modelId="{07D1ECB1-CF22-4F13-80D3-E94CD9993B9D}" type="pres">
      <dgm:prSet presAssocID="{08424254-5B32-401D-94A2-267D613B723C}" presName="hierChild5" presStyleCnt="0"/>
      <dgm:spPr/>
    </dgm:pt>
    <dgm:pt modelId="{75325662-D137-47B0-A869-6409215194ED}" type="pres">
      <dgm:prSet presAssocID="{96A7A040-2E19-4ACF-9B20-708717A61F57}" presName="Name37" presStyleLbl="parChTrans1D3" presStyleIdx="10" presStyleCnt="15"/>
      <dgm:spPr/>
    </dgm:pt>
    <dgm:pt modelId="{A86CF092-A169-4236-8983-AAA896AF1C80}" type="pres">
      <dgm:prSet presAssocID="{4389FC38-934B-4D81-9281-D38E6CB43384}" presName="hierRoot2" presStyleCnt="0">
        <dgm:presLayoutVars>
          <dgm:hierBranch val="init"/>
        </dgm:presLayoutVars>
      </dgm:prSet>
      <dgm:spPr/>
    </dgm:pt>
    <dgm:pt modelId="{794FFF37-305C-4043-A6AA-F2D88371839F}" type="pres">
      <dgm:prSet presAssocID="{4389FC38-934B-4D81-9281-D38E6CB43384}" presName="rootComposite" presStyleCnt="0"/>
      <dgm:spPr/>
    </dgm:pt>
    <dgm:pt modelId="{2381AFB4-9410-4582-B196-D25776ABAD4A}" type="pres">
      <dgm:prSet presAssocID="{4389FC38-934B-4D81-9281-D38E6CB43384}" presName="rootText" presStyleLbl="node3" presStyleIdx="10" presStyleCnt="15" custLinFactNeighborX="19071">
        <dgm:presLayoutVars>
          <dgm:chPref val="3"/>
        </dgm:presLayoutVars>
      </dgm:prSet>
      <dgm:spPr>
        <a:prstGeom prst="flowChartAlternateProcess">
          <a:avLst/>
        </a:prstGeom>
      </dgm:spPr>
    </dgm:pt>
    <dgm:pt modelId="{565B8D74-CE20-43C1-85B9-3B8B5507DCA4}" type="pres">
      <dgm:prSet presAssocID="{4389FC38-934B-4D81-9281-D38E6CB43384}" presName="rootConnector" presStyleLbl="node3" presStyleIdx="10" presStyleCnt="15"/>
      <dgm:spPr/>
    </dgm:pt>
    <dgm:pt modelId="{14BEC737-B5D5-4A90-B0AB-FD753B750FC8}" type="pres">
      <dgm:prSet presAssocID="{4389FC38-934B-4D81-9281-D38E6CB43384}" presName="hierChild4" presStyleCnt="0"/>
      <dgm:spPr/>
    </dgm:pt>
    <dgm:pt modelId="{A7911E27-9348-401F-AFAA-4EC02C5BDD60}" type="pres">
      <dgm:prSet presAssocID="{4389FC38-934B-4D81-9281-D38E6CB43384}" presName="hierChild5" presStyleCnt="0"/>
      <dgm:spPr/>
    </dgm:pt>
    <dgm:pt modelId="{D3D10B2D-57E8-465F-B9E9-984E9BF147C4}" type="pres">
      <dgm:prSet presAssocID="{F0E393CA-1584-4C1C-8D41-A2B3A1DD0C25}" presName="hierChild5" presStyleCnt="0"/>
      <dgm:spPr/>
    </dgm:pt>
    <dgm:pt modelId="{712CC5BD-5E22-42CD-AF60-8C6C10F6D341}" type="pres">
      <dgm:prSet presAssocID="{6F8CF673-D5EB-44DE-B99D-0346CCE4E098}" presName="Name37" presStyleLbl="parChTrans1D2" presStyleIdx="2" presStyleCnt="3"/>
      <dgm:spPr/>
    </dgm:pt>
    <dgm:pt modelId="{A5A044B8-03D9-4F06-B0E4-2CDB0555C334}" type="pres">
      <dgm:prSet presAssocID="{5C8686FE-C44C-4DD0-9093-5462DE3D6835}" presName="hierRoot2" presStyleCnt="0">
        <dgm:presLayoutVars>
          <dgm:hierBranch val="init"/>
        </dgm:presLayoutVars>
      </dgm:prSet>
      <dgm:spPr/>
    </dgm:pt>
    <dgm:pt modelId="{82541145-6087-42E6-BB47-FCB4A4A8E0A7}" type="pres">
      <dgm:prSet presAssocID="{5C8686FE-C44C-4DD0-9093-5462DE3D6835}" presName="rootComposite" presStyleCnt="0"/>
      <dgm:spPr/>
    </dgm:pt>
    <dgm:pt modelId="{998B4E26-5E73-4FBC-B6F1-23F5DB631BB5}" type="pres">
      <dgm:prSet presAssocID="{5C8686FE-C44C-4DD0-9093-5462DE3D6835}" presName="rootText" presStyleLbl="node2" presStyleIdx="2" presStyleCnt="3" custLinFactNeighborX="41081">
        <dgm:presLayoutVars>
          <dgm:chPref val="3"/>
        </dgm:presLayoutVars>
      </dgm:prSet>
      <dgm:spPr>
        <a:prstGeom prst="flowChartAlternateProcess">
          <a:avLst/>
        </a:prstGeom>
      </dgm:spPr>
    </dgm:pt>
    <dgm:pt modelId="{A9CC3E0D-869C-4710-BE1E-08E4BEA3AB07}" type="pres">
      <dgm:prSet presAssocID="{5C8686FE-C44C-4DD0-9093-5462DE3D6835}" presName="rootConnector" presStyleLbl="node2" presStyleIdx="2" presStyleCnt="3"/>
      <dgm:spPr/>
    </dgm:pt>
    <dgm:pt modelId="{1A36E558-D2B9-4424-8C95-41A3E149BE47}" type="pres">
      <dgm:prSet presAssocID="{5C8686FE-C44C-4DD0-9093-5462DE3D6835}" presName="hierChild4" presStyleCnt="0"/>
      <dgm:spPr/>
    </dgm:pt>
    <dgm:pt modelId="{1E7AA244-4D83-4155-A54B-EF6E037A11F6}" type="pres">
      <dgm:prSet presAssocID="{AA5D903F-987C-480D-BE32-15D84960FBAE}" presName="Name37" presStyleLbl="parChTrans1D3" presStyleIdx="11" presStyleCnt="15"/>
      <dgm:spPr/>
    </dgm:pt>
    <dgm:pt modelId="{5218A367-D18F-4DD3-BE7B-26028C403A7C}" type="pres">
      <dgm:prSet presAssocID="{7CFBAA52-A315-4340-847B-CADDBDC57269}" presName="hierRoot2" presStyleCnt="0">
        <dgm:presLayoutVars>
          <dgm:hierBranch val="init"/>
        </dgm:presLayoutVars>
      </dgm:prSet>
      <dgm:spPr/>
    </dgm:pt>
    <dgm:pt modelId="{D33F046B-8C86-4EE7-B19B-6C253BC79555}" type="pres">
      <dgm:prSet presAssocID="{7CFBAA52-A315-4340-847B-CADDBDC57269}" presName="rootComposite" presStyleCnt="0"/>
      <dgm:spPr/>
    </dgm:pt>
    <dgm:pt modelId="{06846003-D579-45A1-B573-7CFAD931F610}" type="pres">
      <dgm:prSet presAssocID="{7CFBAA52-A315-4340-847B-CADDBDC57269}" presName="rootText" presStyleLbl="node3" presStyleIdx="11" presStyleCnt="15" custLinFactNeighborX="68277">
        <dgm:presLayoutVars>
          <dgm:chPref val="3"/>
        </dgm:presLayoutVars>
      </dgm:prSet>
      <dgm:spPr>
        <a:prstGeom prst="flowChartAlternateProcess">
          <a:avLst/>
        </a:prstGeom>
      </dgm:spPr>
    </dgm:pt>
    <dgm:pt modelId="{F63269B6-A313-4880-B95C-2E615D33BA81}" type="pres">
      <dgm:prSet presAssocID="{7CFBAA52-A315-4340-847B-CADDBDC57269}" presName="rootConnector" presStyleLbl="node3" presStyleIdx="11" presStyleCnt="15"/>
      <dgm:spPr/>
    </dgm:pt>
    <dgm:pt modelId="{B3FC1A55-1946-4FFE-B9C5-40F7C578A511}" type="pres">
      <dgm:prSet presAssocID="{7CFBAA52-A315-4340-847B-CADDBDC57269}" presName="hierChild4" presStyleCnt="0"/>
      <dgm:spPr/>
    </dgm:pt>
    <dgm:pt modelId="{2E987014-8F50-4430-B70E-DC7033B51946}" type="pres">
      <dgm:prSet presAssocID="{7CFBAA52-A315-4340-847B-CADDBDC57269}" presName="hierChild5" presStyleCnt="0"/>
      <dgm:spPr/>
    </dgm:pt>
    <dgm:pt modelId="{40E40A94-5571-49C9-A041-A33C73770720}" type="pres">
      <dgm:prSet presAssocID="{82B7A268-BB00-49ED-A143-20563447BD0A}" presName="Name37" presStyleLbl="parChTrans1D3" presStyleIdx="12" presStyleCnt="15"/>
      <dgm:spPr/>
    </dgm:pt>
    <dgm:pt modelId="{8FFFE742-A4BB-49A4-BBF3-6DCC172D78EF}" type="pres">
      <dgm:prSet presAssocID="{58FFBC98-292F-4A8B-80E2-81EE0C052150}" presName="hierRoot2" presStyleCnt="0">
        <dgm:presLayoutVars>
          <dgm:hierBranch val="init"/>
        </dgm:presLayoutVars>
      </dgm:prSet>
      <dgm:spPr/>
    </dgm:pt>
    <dgm:pt modelId="{E9098212-E865-496A-8C0D-86F271D50075}" type="pres">
      <dgm:prSet presAssocID="{58FFBC98-292F-4A8B-80E2-81EE0C052150}" presName="rootComposite" presStyleCnt="0"/>
      <dgm:spPr/>
    </dgm:pt>
    <dgm:pt modelId="{7D2A931A-CF52-4935-8741-98B65832A3EB}" type="pres">
      <dgm:prSet presAssocID="{58FFBC98-292F-4A8B-80E2-81EE0C052150}" presName="rootText" presStyleLbl="node3" presStyleIdx="12" presStyleCnt="15" custLinFactNeighborX="68277">
        <dgm:presLayoutVars>
          <dgm:chPref val="3"/>
        </dgm:presLayoutVars>
      </dgm:prSet>
      <dgm:spPr>
        <a:prstGeom prst="flowChartAlternateProcess">
          <a:avLst/>
        </a:prstGeom>
      </dgm:spPr>
    </dgm:pt>
    <dgm:pt modelId="{D94125CA-C46A-4B63-9698-CE0BA29F0D1D}" type="pres">
      <dgm:prSet presAssocID="{58FFBC98-292F-4A8B-80E2-81EE0C052150}" presName="rootConnector" presStyleLbl="node3" presStyleIdx="12" presStyleCnt="15"/>
      <dgm:spPr/>
    </dgm:pt>
    <dgm:pt modelId="{0AE57FD4-D0A2-4C7C-935A-4143D95422F8}" type="pres">
      <dgm:prSet presAssocID="{58FFBC98-292F-4A8B-80E2-81EE0C052150}" presName="hierChild4" presStyleCnt="0"/>
      <dgm:spPr/>
    </dgm:pt>
    <dgm:pt modelId="{AA3C0416-0F7A-413E-988A-D34187B8F341}" type="pres">
      <dgm:prSet presAssocID="{58FFBC98-292F-4A8B-80E2-81EE0C052150}" presName="hierChild5" presStyleCnt="0"/>
      <dgm:spPr/>
    </dgm:pt>
    <dgm:pt modelId="{94453D5D-1EC2-4AE0-8CF8-B72CBEDB6A72}" type="pres">
      <dgm:prSet presAssocID="{B8455A8A-9BC6-4BB5-9364-A6CF0D008390}" presName="Name37" presStyleLbl="parChTrans1D3" presStyleIdx="13" presStyleCnt="15"/>
      <dgm:spPr/>
    </dgm:pt>
    <dgm:pt modelId="{451CA7A6-60B7-4E5A-A29B-C2066FC9CF1F}" type="pres">
      <dgm:prSet presAssocID="{FD181BDD-E55E-485E-8DF1-5388B1FC0646}" presName="hierRoot2" presStyleCnt="0">
        <dgm:presLayoutVars>
          <dgm:hierBranch val="init"/>
        </dgm:presLayoutVars>
      </dgm:prSet>
      <dgm:spPr/>
    </dgm:pt>
    <dgm:pt modelId="{1F6001D1-F318-4BD8-97E0-BFB610C413CF}" type="pres">
      <dgm:prSet presAssocID="{FD181BDD-E55E-485E-8DF1-5388B1FC0646}" presName="rootComposite" presStyleCnt="0"/>
      <dgm:spPr/>
    </dgm:pt>
    <dgm:pt modelId="{F08EF6B0-5233-48C3-A8AF-2C837C936952}" type="pres">
      <dgm:prSet presAssocID="{FD181BDD-E55E-485E-8DF1-5388B1FC0646}" presName="rootText" presStyleLbl="node3" presStyleIdx="13" presStyleCnt="15" custLinFactNeighborX="68277">
        <dgm:presLayoutVars>
          <dgm:chPref val="3"/>
        </dgm:presLayoutVars>
      </dgm:prSet>
      <dgm:spPr>
        <a:prstGeom prst="flowChartAlternateProcess">
          <a:avLst/>
        </a:prstGeom>
      </dgm:spPr>
    </dgm:pt>
    <dgm:pt modelId="{6E484CAC-B3A4-4476-A95A-EEF0A9EA4A6F}" type="pres">
      <dgm:prSet presAssocID="{FD181BDD-E55E-485E-8DF1-5388B1FC0646}" presName="rootConnector" presStyleLbl="node3" presStyleIdx="13" presStyleCnt="15"/>
      <dgm:spPr/>
    </dgm:pt>
    <dgm:pt modelId="{08461EEC-11AD-4679-9F11-C99CA9633DE2}" type="pres">
      <dgm:prSet presAssocID="{FD181BDD-E55E-485E-8DF1-5388B1FC0646}" presName="hierChild4" presStyleCnt="0"/>
      <dgm:spPr/>
    </dgm:pt>
    <dgm:pt modelId="{A44A367B-CA96-4088-9E7F-A69C3B89CF9D}" type="pres">
      <dgm:prSet presAssocID="{FD181BDD-E55E-485E-8DF1-5388B1FC0646}" presName="hierChild5" presStyleCnt="0"/>
      <dgm:spPr/>
    </dgm:pt>
    <dgm:pt modelId="{824B970C-7CD3-4A27-B939-D6063622FED0}" type="pres">
      <dgm:prSet presAssocID="{E6180DE7-9BCF-46F4-BC4F-47D288969906}" presName="Name37" presStyleLbl="parChTrans1D3" presStyleIdx="14" presStyleCnt="15"/>
      <dgm:spPr/>
    </dgm:pt>
    <dgm:pt modelId="{2B3913AA-D286-4133-B31B-25B32B044EAA}" type="pres">
      <dgm:prSet presAssocID="{3779CA50-0111-4E34-99F9-A0891564E210}" presName="hierRoot2" presStyleCnt="0">
        <dgm:presLayoutVars>
          <dgm:hierBranch val="init"/>
        </dgm:presLayoutVars>
      </dgm:prSet>
      <dgm:spPr/>
    </dgm:pt>
    <dgm:pt modelId="{C8DC7216-070B-4C54-8E07-FC2E0E57AF36}" type="pres">
      <dgm:prSet presAssocID="{3779CA50-0111-4E34-99F9-A0891564E210}" presName="rootComposite" presStyleCnt="0"/>
      <dgm:spPr/>
    </dgm:pt>
    <dgm:pt modelId="{D7472BD6-B386-471C-9371-4AA4C36D7284}" type="pres">
      <dgm:prSet presAssocID="{3779CA50-0111-4E34-99F9-A0891564E210}" presName="rootText" presStyleLbl="node3" presStyleIdx="14" presStyleCnt="15" custLinFactNeighborX="68277">
        <dgm:presLayoutVars>
          <dgm:chPref val="3"/>
        </dgm:presLayoutVars>
      </dgm:prSet>
      <dgm:spPr>
        <a:prstGeom prst="flowChartAlternateProcess">
          <a:avLst/>
        </a:prstGeom>
      </dgm:spPr>
    </dgm:pt>
    <dgm:pt modelId="{085EEE3B-7D56-4747-8279-12C81DF39503}" type="pres">
      <dgm:prSet presAssocID="{3779CA50-0111-4E34-99F9-A0891564E210}" presName="rootConnector" presStyleLbl="node3" presStyleIdx="14" presStyleCnt="15"/>
      <dgm:spPr/>
    </dgm:pt>
    <dgm:pt modelId="{0DFCC901-65A8-4C0C-8483-A21484D89FC5}" type="pres">
      <dgm:prSet presAssocID="{3779CA50-0111-4E34-99F9-A0891564E210}" presName="hierChild4" presStyleCnt="0"/>
      <dgm:spPr/>
    </dgm:pt>
    <dgm:pt modelId="{5F68D473-5974-49DD-A1D3-0DFBE66F1D59}" type="pres">
      <dgm:prSet presAssocID="{3779CA50-0111-4E34-99F9-A0891564E210}" presName="hierChild5" presStyleCnt="0"/>
      <dgm:spPr/>
    </dgm:pt>
    <dgm:pt modelId="{B8771AB6-0E8A-4551-AB70-47C67363C73B}" type="pres">
      <dgm:prSet presAssocID="{5C8686FE-C44C-4DD0-9093-5462DE3D6835}" presName="hierChild5" presStyleCnt="0"/>
      <dgm:spPr/>
    </dgm:pt>
    <dgm:pt modelId="{D11B5D9C-FFFD-4579-8812-66E6BB669230}" type="pres">
      <dgm:prSet presAssocID="{84F05198-8CF3-42E8-8EB5-BA3BD69B94AF}" presName="hierChild3" presStyleCnt="0"/>
      <dgm:spPr/>
    </dgm:pt>
  </dgm:ptLst>
  <dgm:cxnLst>
    <dgm:cxn modelId="{0AA81600-CC0F-46CE-A668-7506B4E4FD07}" type="presOf" srcId="{D0E6E46E-C39E-4922-A4DD-36F93E1C1525}" destId="{A8167612-5A5C-4259-A9FA-0E511AC440D4}" srcOrd="0" destOrd="0" presId="urn:microsoft.com/office/officeart/2005/8/layout/orgChart1"/>
    <dgm:cxn modelId="{6B9EB402-C1D7-432E-8DB1-BA73F66CBD50}" type="presOf" srcId="{A68CA705-BBA6-4597-8704-A294B8BA104F}" destId="{8E6CC30C-ECE6-4CE3-8E0D-D4DD0ABE3C27}" srcOrd="0" destOrd="0" presId="urn:microsoft.com/office/officeart/2005/8/layout/orgChart1"/>
    <dgm:cxn modelId="{A46EE003-C0F0-46AA-84B3-6534A8E53B77}" type="presOf" srcId="{63BA974C-648B-493B-9592-65082C95EA6E}" destId="{56613D7A-17F4-4BB5-A8A4-691F18BA8191}" srcOrd="0" destOrd="0" presId="urn:microsoft.com/office/officeart/2005/8/layout/orgChart1"/>
    <dgm:cxn modelId="{E5D9B104-87B3-4471-9706-376993E05C9C}" type="presOf" srcId="{F5DD83D7-DCE3-4CD4-8EF4-2DB3EEF2C806}" destId="{B3742F30-DCAC-4859-B014-3D48E5E8DA81}" srcOrd="0" destOrd="0" presId="urn:microsoft.com/office/officeart/2005/8/layout/orgChart1"/>
    <dgm:cxn modelId="{E29DA906-EEA4-41F1-93E6-C527C1299E78}" type="presOf" srcId="{E3AFE054-8635-4609-9A84-A1F3FAD3E15C}" destId="{D36D9810-53B1-4D32-929D-24A4E96FE924}" srcOrd="0" destOrd="0" presId="urn:microsoft.com/office/officeart/2005/8/layout/orgChart1"/>
    <dgm:cxn modelId="{52893F07-DCD9-4ED7-BFCF-F000F580179C}" type="presOf" srcId="{7A563D32-33A3-40F3-9ADE-954794504FDE}" destId="{AFC0FB12-C205-4B2C-B6A5-A9C8749835B2}" srcOrd="0" destOrd="0" presId="urn:microsoft.com/office/officeart/2005/8/layout/orgChart1"/>
    <dgm:cxn modelId="{46157308-09DD-4904-8084-5F261E8F6F91}" type="presOf" srcId="{63BA974C-648B-493B-9592-65082C95EA6E}" destId="{5FB12EBD-A5B9-4E4E-805E-49376A430978}" srcOrd="1" destOrd="0" presId="urn:microsoft.com/office/officeart/2005/8/layout/orgChart1"/>
    <dgm:cxn modelId="{8E9A9C17-5526-4B2A-844B-CE87738958A1}" type="presOf" srcId="{6F8CF673-D5EB-44DE-B99D-0346CCE4E098}" destId="{712CC5BD-5E22-42CD-AF60-8C6C10F6D341}" srcOrd="0" destOrd="0" presId="urn:microsoft.com/office/officeart/2005/8/layout/orgChart1"/>
    <dgm:cxn modelId="{7E049018-8486-477F-899F-2A6CB22E7613}" srcId="{B1AE6965-001B-4A4D-AB34-B8C5AC147374}" destId="{04E5EA76-1FE7-4C90-944C-6323B8CC2E92}" srcOrd="3" destOrd="0" parTransId="{E3AFE054-8635-4609-9A84-A1F3FAD3E15C}" sibTransId="{76690D60-C98B-432C-8F3F-25DA9F685A54}"/>
    <dgm:cxn modelId="{45C66A2A-6F32-4165-B5A0-7630664D3207}" type="presOf" srcId="{4389FC38-934B-4D81-9281-D38E6CB43384}" destId="{565B8D74-CE20-43C1-85B9-3B8B5507DCA4}" srcOrd="1" destOrd="0" presId="urn:microsoft.com/office/officeart/2005/8/layout/orgChart1"/>
    <dgm:cxn modelId="{33091731-30BA-47AE-9213-EF85ECC98207}" type="presOf" srcId="{E6180DE7-9BCF-46F4-BC4F-47D288969906}" destId="{824B970C-7CD3-4A27-B939-D6063622FED0}" srcOrd="0" destOrd="0" presId="urn:microsoft.com/office/officeart/2005/8/layout/orgChart1"/>
    <dgm:cxn modelId="{9E09BE31-803A-4A50-90DD-3CCE83BEEB6C}" type="presOf" srcId="{98A0DB54-090F-47EB-AB49-5B2F64651A26}" destId="{8CFC3D68-2072-4D20-8100-B74305677337}" srcOrd="0" destOrd="0" presId="urn:microsoft.com/office/officeart/2005/8/layout/orgChart1"/>
    <dgm:cxn modelId="{B7E8C937-014F-451A-92E1-65BAD8ED9CF9}" srcId="{84F05198-8CF3-42E8-8EB5-BA3BD69B94AF}" destId="{F0E393CA-1584-4C1C-8D41-A2B3A1DD0C25}" srcOrd="1" destOrd="0" parTransId="{96E20AC0-BA67-4587-9B26-424DF6E00708}" sibTransId="{67B2CBAA-CD46-4C57-A145-9BD546CD1CF6}"/>
    <dgm:cxn modelId="{21959139-18F9-4ACB-8122-CF0CBEE99BA1}" srcId="{5C8686FE-C44C-4DD0-9093-5462DE3D6835}" destId="{FD181BDD-E55E-485E-8DF1-5388B1FC0646}" srcOrd="2" destOrd="0" parTransId="{B8455A8A-9BC6-4BB5-9364-A6CF0D008390}" sibTransId="{506B92E7-B0C3-4782-AF47-B7557A97B72D}"/>
    <dgm:cxn modelId="{58B1EA3C-6302-4725-AC8C-AC09C3E94902}" type="presOf" srcId="{84F05198-8CF3-42E8-8EB5-BA3BD69B94AF}" destId="{85CB8009-831F-417C-8E3F-48C1584FE37B}" srcOrd="0" destOrd="0" presId="urn:microsoft.com/office/officeart/2005/8/layout/orgChart1"/>
    <dgm:cxn modelId="{7E854A3E-ED66-48D7-A8CA-2C13C76CD8F4}" type="presOf" srcId="{3EB575DD-E3DD-475C-865D-77E0E133FB20}" destId="{2ADB2907-BEF6-44F9-B5A3-2B2BA4DC50D4}" srcOrd="0" destOrd="0" presId="urn:microsoft.com/office/officeart/2005/8/layout/orgChart1"/>
    <dgm:cxn modelId="{E7BA505B-B0ED-4DEF-9298-D5D0E8318DB3}" type="presOf" srcId="{2319EB0B-39AC-48E7-BF1F-BC68F2A4E1DB}" destId="{C7DED732-02CB-4B03-BA26-8F23429A13F7}" srcOrd="0" destOrd="0" presId="urn:microsoft.com/office/officeart/2005/8/layout/orgChart1"/>
    <dgm:cxn modelId="{22CC505D-9B4D-4014-8894-52BC4180C3E1}" type="presOf" srcId="{AF581EF4-DDDC-496A-9A9F-485F26A39A8E}" destId="{06EAA2D5-2C7E-4BDE-90B6-21DCE4BC5076}" srcOrd="0" destOrd="0" presId="urn:microsoft.com/office/officeart/2005/8/layout/orgChart1"/>
    <dgm:cxn modelId="{72370C41-F5AD-4B17-96CB-1ECD1CF64798}" type="presOf" srcId="{CA4208FA-CC57-4ED3-B651-EC200524E270}" destId="{55B6BBC5-9B64-417B-8308-CE28283A7FA7}" srcOrd="1" destOrd="0" presId="urn:microsoft.com/office/officeart/2005/8/layout/orgChart1"/>
    <dgm:cxn modelId="{10800842-FB30-4C01-B2F0-23984FEBD328}" srcId="{F0E393CA-1584-4C1C-8D41-A2B3A1DD0C25}" destId="{4389FC38-934B-4D81-9281-D38E6CB43384}" srcOrd="5" destOrd="0" parTransId="{96A7A040-2E19-4ACF-9B20-708717A61F57}" sibTransId="{4D9C5DB1-3A7A-47C5-BB6A-749050C365F1}"/>
    <dgm:cxn modelId="{518E4B62-85AD-4F34-A9E0-9853DE179967}" type="presOf" srcId="{3DECE780-7553-40BA-BEEB-93A92BCFD43E}" destId="{8EECA0F6-D608-468A-97F3-CC88ADEFD196}" srcOrd="0" destOrd="0" presId="urn:microsoft.com/office/officeart/2005/8/layout/orgChart1"/>
    <dgm:cxn modelId="{154A7F46-9B02-4BCF-97FF-ED47BC891D27}" type="presOf" srcId="{B8455A8A-9BC6-4BB5-9364-A6CF0D008390}" destId="{94453D5D-1EC2-4AE0-8CF8-B72CBEDB6A72}" srcOrd="0" destOrd="0" presId="urn:microsoft.com/office/officeart/2005/8/layout/orgChart1"/>
    <dgm:cxn modelId="{C504B446-2B2E-46A4-9EAF-9462BA4E9311}" type="presOf" srcId="{58FFBC98-292F-4A8B-80E2-81EE0C052150}" destId="{D94125CA-C46A-4B63-9698-CE0BA29F0D1D}" srcOrd="1" destOrd="0" presId="urn:microsoft.com/office/officeart/2005/8/layout/orgChart1"/>
    <dgm:cxn modelId="{11AF6867-1FE4-40A7-BF7A-52B152C0A96D}" type="presOf" srcId="{96E20AC0-BA67-4587-9B26-424DF6E00708}" destId="{CCD43CD0-0D16-41FB-8FAD-C6648BF70F70}" srcOrd="0" destOrd="0" presId="urn:microsoft.com/office/officeart/2005/8/layout/orgChart1"/>
    <dgm:cxn modelId="{C1E9E448-8801-45C3-99FE-533D333FCE87}" type="presOf" srcId="{CA4208FA-CC57-4ED3-B651-EC200524E270}" destId="{6A292B4F-A078-4C27-9751-D71BEED49CFA}" srcOrd="0" destOrd="0" presId="urn:microsoft.com/office/officeart/2005/8/layout/orgChart1"/>
    <dgm:cxn modelId="{61C13049-D148-4AB3-93E2-CCD046E383DC}" type="presOf" srcId="{08424254-5B32-401D-94A2-267D613B723C}" destId="{4CB8B585-DDAE-4D07-BA2B-3A547E295B9B}" srcOrd="1" destOrd="0" presId="urn:microsoft.com/office/officeart/2005/8/layout/orgChart1"/>
    <dgm:cxn modelId="{BD97926A-3DE8-420E-B435-32265103BAC5}" type="presOf" srcId="{FD181BDD-E55E-485E-8DF1-5388B1FC0646}" destId="{F08EF6B0-5233-48C3-A8AF-2C837C936952}" srcOrd="0" destOrd="0" presId="urn:microsoft.com/office/officeart/2005/8/layout/orgChart1"/>
    <dgm:cxn modelId="{478DB56B-32E4-4BAA-BE4E-8B928DC9EFA9}" type="presOf" srcId="{908E39A2-E65C-48AD-AED9-33E654F2CAA1}" destId="{4B87EAF4-0B87-45B5-86B5-A85F5F566B64}" srcOrd="0" destOrd="0" presId="urn:microsoft.com/office/officeart/2005/8/layout/orgChart1"/>
    <dgm:cxn modelId="{1D4C9F6C-73C1-4259-92F7-A935F67F53E1}" type="presOf" srcId="{0789F98D-8F57-4B7B-9504-61A41EAF9575}" destId="{5797F1E1-B893-46C9-96DC-AA1A5091CA0D}" srcOrd="0" destOrd="0" presId="urn:microsoft.com/office/officeart/2005/8/layout/orgChart1"/>
    <dgm:cxn modelId="{96DEC16C-EA7E-4777-AF93-063F63DB55E6}" type="presOf" srcId="{E67F517D-EF62-459B-BFD9-FDD12683B690}" destId="{74C91597-622C-410D-91EB-46234BBA1973}" srcOrd="0" destOrd="0" presId="urn:microsoft.com/office/officeart/2005/8/layout/orgChart1"/>
    <dgm:cxn modelId="{FAB12670-C125-4933-9E33-22D95B1C0DCE}" type="presOf" srcId="{AC0987AA-3CDA-42A7-AB7E-ED7824BEB9CE}" destId="{C7B9D0D9-9F00-4126-AA24-6BD677A479FC}" srcOrd="0" destOrd="0" presId="urn:microsoft.com/office/officeart/2005/8/layout/orgChart1"/>
    <dgm:cxn modelId="{9BDA8172-8F8A-42B5-B85F-ABFD504F272D}" srcId="{5C8686FE-C44C-4DD0-9093-5462DE3D6835}" destId="{58FFBC98-292F-4A8B-80E2-81EE0C052150}" srcOrd="1" destOrd="0" parTransId="{82B7A268-BB00-49ED-A143-20563447BD0A}" sibTransId="{A4056D36-81D2-490F-91E9-A8F932067EF6}"/>
    <dgm:cxn modelId="{0CCABE73-662F-4F96-A93F-E7EE7AE8730E}" srcId="{B1AE6965-001B-4A4D-AB34-B8C5AC147374}" destId="{C13DD44D-613E-47C4-BD59-9B2B941BA976}" srcOrd="0" destOrd="0" parTransId="{D0E6E46E-C39E-4922-A4DD-36F93E1C1525}" sibTransId="{F5A70F8E-9AD6-481B-8059-0B8BD251D717}"/>
    <dgm:cxn modelId="{03460E58-1279-415A-864E-DBD9BC8B897B}" type="presOf" srcId="{5C8686FE-C44C-4DD0-9093-5462DE3D6835}" destId="{A9CC3E0D-869C-4710-BE1E-08E4BEA3AB07}" srcOrd="1" destOrd="0" presId="urn:microsoft.com/office/officeart/2005/8/layout/orgChart1"/>
    <dgm:cxn modelId="{073E7C59-2A84-42A1-860B-B31F1A8D64F3}" srcId="{B1AE6965-001B-4A4D-AB34-B8C5AC147374}" destId="{AF581EF4-DDDC-496A-9A9F-485F26A39A8E}" srcOrd="4" destOrd="0" parTransId="{908E39A2-E65C-48AD-AED9-33E654F2CAA1}" sibTransId="{2FCD298C-501F-4DD3-91CE-211520B04CFC}"/>
    <dgm:cxn modelId="{6CE02E7D-11F2-48F2-87D2-45DC244728FB}" type="presOf" srcId="{5C8686FE-C44C-4DD0-9093-5462DE3D6835}" destId="{998B4E26-5E73-4FBC-B6F1-23F5DB631BB5}" srcOrd="0" destOrd="0" presId="urn:microsoft.com/office/officeart/2005/8/layout/orgChart1"/>
    <dgm:cxn modelId="{0C90EA81-0E2B-4686-A50F-3108F834D88D}" type="presOf" srcId="{FD181BDD-E55E-485E-8DF1-5388B1FC0646}" destId="{6E484CAC-B3A4-4476-A95A-EEF0A9EA4A6F}" srcOrd="1" destOrd="0" presId="urn:microsoft.com/office/officeart/2005/8/layout/orgChart1"/>
    <dgm:cxn modelId="{895B8E83-F488-4C2C-A079-23D6CF381A72}" srcId="{F0E393CA-1584-4C1C-8D41-A2B3A1DD0C25}" destId="{0254DBB9-0286-4C7D-8666-12C8249A6A89}" srcOrd="0" destOrd="0" parTransId="{E67F517D-EF62-459B-BFD9-FDD12683B690}" sibTransId="{EFB1893F-4AA2-4338-86A2-CCA645D3D76F}"/>
    <dgm:cxn modelId="{4D34B786-E028-4544-B506-4170B59C0703}" type="presOf" srcId="{B1AE6965-001B-4A4D-AB34-B8C5AC147374}" destId="{72E00B33-6386-4FAE-9395-07C3A1DE905D}" srcOrd="0" destOrd="0" presId="urn:microsoft.com/office/officeart/2005/8/layout/orgChart1"/>
    <dgm:cxn modelId="{87142988-D528-4393-A84B-DE8DC999646C}" type="presOf" srcId="{58FFBC98-292F-4A8B-80E2-81EE0C052150}" destId="{7D2A931A-CF52-4935-8741-98B65832A3EB}" srcOrd="0" destOrd="0" presId="urn:microsoft.com/office/officeart/2005/8/layout/orgChart1"/>
    <dgm:cxn modelId="{52FE0E93-A11B-4679-92E4-A97908418575}" srcId="{B1AE6965-001B-4A4D-AB34-B8C5AC147374}" destId="{63BA974C-648B-493B-9592-65082C95EA6E}" srcOrd="1" destOrd="0" parTransId="{838666FC-3675-4478-BA86-AB6456F62CF5}" sibTransId="{60E4BE2C-AB07-4DE0-8BA9-0240A19ED0AE}"/>
    <dgm:cxn modelId="{3CFF7795-4412-4321-B62D-1E14142D5551}" type="presOf" srcId="{0254DBB9-0286-4C7D-8666-12C8249A6A89}" destId="{115FB43C-BBF7-46DE-AC3E-42BDF3806B45}" srcOrd="0" destOrd="0" presId="urn:microsoft.com/office/officeart/2005/8/layout/orgChart1"/>
    <dgm:cxn modelId="{F8109F95-536A-49A3-B469-35D1F9F4591D}" srcId="{F0E393CA-1584-4C1C-8D41-A2B3A1DD0C25}" destId="{CA4208FA-CC57-4ED3-B651-EC200524E270}" srcOrd="2" destOrd="0" parTransId="{AC0987AA-3CDA-42A7-AB7E-ED7824BEB9CE}" sibTransId="{2AA6FE85-316D-4391-BBA6-F523A18C614D}"/>
    <dgm:cxn modelId="{C6180A9B-7402-401F-855D-EAF9278327A2}" srcId="{F0E393CA-1584-4C1C-8D41-A2B3A1DD0C25}" destId="{08424254-5B32-401D-94A2-267D613B723C}" srcOrd="4" destOrd="0" parTransId="{3DECE780-7553-40BA-BEEB-93A92BCFD43E}" sibTransId="{2D20AA7C-603F-4B6D-AC8F-5326438FAC5D}"/>
    <dgm:cxn modelId="{8B51B09B-5891-4B80-8346-E0F5F9E573D9}" srcId="{5C8686FE-C44C-4DD0-9093-5462DE3D6835}" destId="{7CFBAA52-A315-4340-847B-CADDBDC57269}" srcOrd="0" destOrd="0" parTransId="{AA5D903F-987C-480D-BE32-15D84960FBAE}" sibTransId="{23397340-F78C-4FEC-82E2-A45D7C0C748D}"/>
    <dgm:cxn modelId="{EFE3B99C-A7A5-44C2-865A-9282BECCED0A}" type="presOf" srcId="{2319EB0B-39AC-48E7-BF1F-BC68F2A4E1DB}" destId="{705B7759-CEB9-4D8F-A6DE-D465C92CC20F}" srcOrd="1" destOrd="0" presId="urn:microsoft.com/office/officeart/2005/8/layout/orgChart1"/>
    <dgm:cxn modelId="{C55FC89D-CAC7-4C28-ACEB-5512F0A02B69}" type="presOf" srcId="{4389FC38-934B-4D81-9281-D38E6CB43384}" destId="{2381AFB4-9410-4582-B196-D25776ABAD4A}" srcOrd="0" destOrd="0" presId="urn:microsoft.com/office/officeart/2005/8/layout/orgChart1"/>
    <dgm:cxn modelId="{787838A1-D00A-4B09-B6A9-9F317B98A3C4}" srcId="{F0E393CA-1584-4C1C-8D41-A2B3A1DD0C25}" destId="{2319EB0B-39AC-48E7-BF1F-BC68F2A4E1DB}" srcOrd="1" destOrd="0" parTransId="{98A0DB54-090F-47EB-AB49-5B2F64651A26}" sibTransId="{524E8047-F50F-4317-89B7-39F11C2FA502}"/>
    <dgm:cxn modelId="{E07BEEA7-1226-4383-9611-0D2D89DECBC5}" type="presOf" srcId="{04E5EA76-1FE7-4C90-944C-6323B8CC2E92}" destId="{8144642B-F62A-4A4B-AEAD-4E08FA09C38D}" srcOrd="0" destOrd="0" presId="urn:microsoft.com/office/officeart/2005/8/layout/orgChart1"/>
    <dgm:cxn modelId="{30591AA9-5F78-47F6-8191-D1B591F4EF54}" type="presOf" srcId="{F0E393CA-1584-4C1C-8D41-A2B3A1DD0C25}" destId="{74E5F807-5224-412E-A96A-96A556251D60}" srcOrd="0" destOrd="0" presId="urn:microsoft.com/office/officeart/2005/8/layout/orgChart1"/>
    <dgm:cxn modelId="{FB2655AE-27A5-46F2-92A0-5F82C2C44BF7}" srcId="{84F05198-8CF3-42E8-8EB5-BA3BD69B94AF}" destId="{B1AE6965-001B-4A4D-AB34-B8C5AC147374}" srcOrd="0" destOrd="0" parTransId="{3EB575DD-E3DD-475C-865D-77E0E133FB20}" sibTransId="{4103E8F9-5C10-470A-B102-8F1CD7A4B6DE}"/>
    <dgm:cxn modelId="{2D26A2AE-7D20-4A6E-98CC-6E66F26AC367}" type="presOf" srcId="{08424254-5B32-401D-94A2-267D613B723C}" destId="{2CB52A9F-1060-4D46-9164-BEDAC5CFB98B}" srcOrd="0" destOrd="0" presId="urn:microsoft.com/office/officeart/2005/8/layout/orgChart1"/>
    <dgm:cxn modelId="{FB212DB0-063E-4735-AE10-645D65CFC1A3}" srcId="{191637E7-E3B4-4308-AB0B-D5FD41D56003}" destId="{84F05198-8CF3-42E8-8EB5-BA3BD69B94AF}" srcOrd="0" destOrd="0" parTransId="{360A182F-0B79-4E56-B1B7-FADE94906055}" sibTransId="{99FF04C1-C0B3-4F96-8BFA-FACFFBFBDC15}"/>
    <dgm:cxn modelId="{5FB76BB2-3A98-49B3-9995-E5324A45CDB6}" type="presOf" srcId="{7CFBAA52-A315-4340-847B-CADDBDC57269}" destId="{F63269B6-A313-4880-B95C-2E615D33BA81}" srcOrd="1" destOrd="0" presId="urn:microsoft.com/office/officeart/2005/8/layout/orgChart1"/>
    <dgm:cxn modelId="{5AE154B6-2B1C-41FB-A562-D1B2FE96BE09}" type="presOf" srcId="{B1AE6965-001B-4A4D-AB34-B8C5AC147374}" destId="{E16068AC-8626-488D-99E3-839A2090D5EF}" srcOrd="1" destOrd="0" presId="urn:microsoft.com/office/officeart/2005/8/layout/orgChart1"/>
    <dgm:cxn modelId="{01CFA2B9-7218-4883-A040-227C8921DC83}" type="presOf" srcId="{F5DD83D7-DCE3-4CD4-8EF4-2DB3EEF2C806}" destId="{C9A9BF21-EB46-4C4D-93D7-922953EA7941}" srcOrd="1" destOrd="0" presId="urn:microsoft.com/office/officeart/2005/8/layout/orgChart1"/>
    <dgm:cxn modelId="{84D2F6BA-120B-4400-A3F4-3B60B4932B7D}" type="presOf" srcId="{3779CA50-0111-4E34-99F9-A0891564E210}" destId="{085EEE3B-7D56-4747-8279-12C81DF39503}" srcOrd="1" destOrd="0" presId="urn:microsoft.com/office/officeart/2005/8/layout/orgChart1"/>
    <dgm:cxn modelId="{65D820C2-0BC0-449B-AFB7-9D05859DDC13}" type="presOf" srcId="{0254DBB9-0286-4C7D-8666-12C8249A6A89}" destId="{E937B757-395A-4B27-AF06-1D188D254BF9}" srcOrd="1" destOrd="0" presId="urn:microsoft.com/office/officeart/2005/8/layout/orgChart1"/>
    <dgm:cxn modelId="{444766C3-78A2-4CCD-AD37-C60DFE9EDDB4}" type="presOf" srcId="{191637E7-E3B4-4308-AB0B-D5FD41D56003}" destId="{0EE9C20C-E968-41C9-BA1F-06C11C7623AB}" srcOrd="0" destOrd="0" presId="urn:microsoft.com/office/officeart/2005/8/layout/orgChart1"/>
    <dgm:cxn modelId="{D829FBC4-3828-45D3-B1CF-F9609D4BF6AC}" srcId="{84F05198-8CF3-42E8-8EB5-BA3BD69B94AF}" destId="{5C8686FE-C44C-4DD0-9093-5462DE3D6835}" srcOrd="2" destOrd="0" parTransId="{6F8CF673-D5EB-44DE-B99D-0346CCE4E098}" sibTransId="{B28D5CE4-7106-454E-96ED-292B72D070BB}"/>
    <dgm:cxn modelId="{BBB2FCC8-23E8-430F-BBD6-10B2805764B7}" type="presOf" srcId="{838666FC-3675-4478-BA86-AB6456F62CF5}" destId="{8CE0B4F6-CA3E-4F02-8744-8B0933A4C2AB}" srcOrd="0" destOrd="0" presId="urn:microsoft.com/office/officeart/2005/8/layout/orgChart1"/>
    <dgm:cxn modelId="{CFB9CBCA-6A08-49D5-9C90-DD0250D1DFAB}" type="presOf" srcId="{C13DD44D-613E-47C4-BD59-9B2B941BA976}" destId="{653D5917-37BB-4D1C-81E6-4178F86F8910}" srcOrd="1" destOrd="0" presId="urn:microsoft.com/office/officeart/2005/8/layout/orgChart1"/>
    <dgm:cxn modelId="{B57C44CD-B333-4632-A313-DBC08E8E15E0}" type="presOf" srcId="{04E5EA76-1FE7-4C90-944C-6323B8CC2E92}" destId="{729CDD6C-6604-4AAE-AB03-1C92C16F8A47}" srcOrd="1" destOrd="0" presId="urn:microsoft.com/office/officeart/2005/8/layout/orgChart1"/>
    <dgm:cxn modelId="{B03C61CF-F334-44E0-9C07-A893DBFE9E0E}" type="presOf" srcId="{AF581EF4-DDDC-496A-9A9F-485F26A39A8E}" destId="{948DDCA2-9224-4B06-97EA-462FFF16E0B5}" srcOrd="1" destOrd="0" presId="urn:microsoft.com/office/officeart/2005/8/layout/orgChart1"/>
    <dgm:cxn modelId="{E95613D2-4106-48DF-B766-BC44FCF4A83B}" type="presOf" srcId="{F0E393CA-1584-4C1C-8D41-A2B3A1DD0C25}" destId="{98CB216E-3183-49C2-A484-CAB737E3F055}" srcOrd="1" destOrd="0" presId="urn:microsoft.com/office/officeart/2005/8/layout/orgChart1"/>
    <dgm:cxn modelId="{3550F5D4-ACC1-4F73-ACA2-18E0DB119B77}" type="presOf" srcId="{C13DD44D-613E-47C4-BD59-9B2B941BA976}" destId="{6A831034-9C71-47B6-AC6F-A747A4CDB941}" srcOrd="0" destOrd="0" presId="urn:microsoft.com/office/officeart/2005/8/layout/orgChart1"/>
    <dgm:cxn modelId="{11DE91DB-85A9-4913-8B0D-577C9463C2B2}" type="presOf" srcId="{7CFBAA52-A315-4340-847B-CADDBDC57269}" destId="{06846003-D579-45A1-B573-7CFAD931F610}" srcOrd="0" destOrd="0" presId="urn:microsoft.com/office/officeart/2005/8/layout/orgChart1"/>
    <dgm:cxn modelId="{1BACDEE9-454F-4ADB-A904-A0CE3D6D2540}" type="presOf" srcId="{96A7A040-2E19-4ACF-9B20-708717A61F57}" destId="{75325662-D137-47B0-A869-6409215194ED}" srcOrd="0" destOrd="0" presId="urn:microsoft.com/office/officeart/2005/8/layout/orgChart1"/>
    <dgm:cxn modelId="{44B3BAEC-4053-4B3C-8FAA-5D5F507EB455}" type="presOf" srcId="{AA5D903F-987C-480D-BE32-15D84960FBAE}" destId="{1E7AA244-4D83-4155-A54B-EF6E037A11F6}" srcOrd="0" destOrd="0" presId="urn:microsoft.com/office/officeart/2005/8/layout/orgChart1"/>
    <dgm:cxn modelId="{A53356ED-D3F8-4A8E-81D2-FCBE4E184459}" type="presOf" srcId="{3779CA50-0111-4E34-99F9-A0891564E210}" destId="{D7472BD6-B386-471C-9371-4AA4C36D7284}" srcOrd="0" destOrd="0" presId="urn:microsoft.com/office/officeart/2005/8/layout/orgChart1"/>
    <dgm:cxn modelId="{1DB007F2-E490-4A43-BDCD-955AE107636D}" srcId="{B1AE6965-001B-4A4D-AB34-B8C5AC147374}" destId="{F5DD83D7-DCE3-4CD4-8EF4-2DB3EEF2C806}" srcOrd="2" destOrd="0" parTransId="{7A563D32-33A3-40F3-9ADE-954794504FDE}" sibTransId="{F718A7F0-03A3-4A4C-883F-DB95BB0F7AFD}"/>
    <dgm:cxn modelId="{8FA365F3-46D2-42C8-9DD3-281F3CE6BF44}" type="presOf" srcId="{82B7A268-BB00-49ED-A143-20563447BD0A}" destId="{40E40A94-5571-49C9-A041-A33C73770720}" srcOrd="0" destOrd="0" presId="urn:microsoft.com/office/officeart/2005/8/layout/orgChart1"/>
    <dgm:cxn modelId="{1C0FC7F9-26F8-4E4A-A867-9A60C3543A50}" srcId="{F0E393CA-1584-4C1C-8D41-A2B3A1DD0C25}" destId="{0789F98D-8F57-4B7B-9504-61A41EAF9575}" srcOrd="3" destOrd="0" parTransId="{A68CA705-BBA6-4597-8704-A294B8BA104F}" sibTransId="{FA1AB043-A548-467C-B73B-114BEA2D908B}"/>
    <dgm:cxn modelId="{D06A2CFA-A952-48A3-B8BC-F50AB28A4B48}" srcId="{5C8686FE-C44C-4DD0-9093-5462DE3D6835}" destId="{3779CA50-0111-4E34-99F9-A0891564E210}" srcOrd="3" destOrd="0" parTransId="{E6180DE7-9BCF-46F4-BC4F-47D288969906}" sibTransId="{AD45432B-4491-49B4-BE66-6AB0904A214B}"/>
    <dgm:cxn modelId="{C631D0FA-CA47-4A6C-9A81-3A73BAD19076}" type="presOf" srcId="{84F05198-8CF3-42E8-8EB5-BA3BD69B94AF}" destId="{C8F28F2C-570D-415C-9BB6-622E8CFA98F3}" srcOrd="1" destOrd="0" presId="urn:microsoft.com/office/officeart/2005/8/layout/orgChart1"/>
    <dgm:cxn modelId="{6FFC12FE-D5CB-439C-9F60-CB10A22C2185}" type="presOf" srcId="{0789F98D-8F57-4B7B-9504-61A41EAF9575}" destId="{E9C94781-B48D-4514-8571-5A1B9C29F409}" srcOrd="1" destOrd="0" presId="urn:microsoft.com/office/officeart/2005/8/layout/orgChart1"/>
    <dgm:cxn modelId="{34866D1D-A0FB-4034-B851-C38C80088D75}" type="presParOf" srcId="{0EE9C20C-E968-41C9-BA1F-06C11C7623AB}" destId="{9FB98BA0-7348-4252-AD25-43777A867F06}" srcOrd="0" destOrd="0" presId="urn:microsoft.com/office/officeart/2005/8/layout/orgChart1"/>
    <dgm:cxn modelId="{A2ED46A5-03F9-421B-8F86-3B11AFCC902B}" type="presParOf" srcId="{9FB98BA0-7348-4252-AD25-43777A867F06}" destId="{7278511B-07DE-4219-9F6F-8BF7F3BCB257}" srcOrd="0" destOrd="0" presId="urn:microsoft.com/office/officeart/2005/8/layout/orgChart1"/>
    <dgm:cxn modelId="{E41BDAF9-5467-42B7-8D79-92CBA3FFF281}" type="presParOf" srcId="{7278511B-07DE-4219-9F6F-8BF7F3BCB257}" destId="{85CB8009-831F-417C-8E3F-48C1584FE37B}" srcOrd="0" destOrd="0" presId="urn:microsoft.com/office/officeart/2005/8/layout/orgChart1"/>
    <dgm:cxn modelId="{466887F4-E74E-4337-93F4-DE9316BF1DCB}" type="presParOf" srcId="{7278511B-07DE-4219-9F6F-8BF7F3BCB257}" destId="{C8F28F2C-570D-415C-9BB6-622E8CFA98F3}" srcOrd="1" destOrd="0" presId="urn:microsoft.com/office/officeart/2005/8/layout/orgChart1"/>
    <dgm:cxn modelId="{B3968492-0CA1-4F2A-AA6A-54AA31659A7B}" type="presParOf" srcId="{9FB98BA0-7348-4252-AD25-43777A867F06}" destId="{00824F5E-66F3-4A28-BE25-3BA8D1781D24}" srcOrd="1" destOrd="0" presId="urn:microsoft.com/office/officeart/2005/8/layout/orgChart1"/>
    <dgm:cxn modelId="{99EFD1D4-0846-4ED1-911A-5B835539EAAB}" type="presParOf" srcId="{00824F5E-66F3-4A28-BE25-3BA8D1781D24}" destId="{2ADB2907-BEF6-44F9-B5A3-2B2BA4DC50D4}" srcOrd="0" destOrd="0" presId="urn:microsoft.com/office/officeart/2005/8/layout/orgChart1"/>
    <dgm:cxn modelId="{C2721929-BE27-4D9A-A41D-856888AB55F1}" type="presParOf" srcId="{00824F5E-66F3-4A28-BE25-3BA8D1781D24}" destId="{7B7D5174-7C2D-41FA-B4D2-B4A364C84BD3}" srcOrd="1" destOrd="0" presId="urn:microsoft.com/office/officeart/2005/8/layout/orgChart1"/>
    <dgm:cxn modelId="{2384729D-857C-4348-8D35-A4133D3325A5}" type="presParOf" srcId="{7B7D5174-7C2D-41FA-B4D2-B4A364C84BD3}" destId="{48F1B77E-9500-415C-85AE-4D6C91999415}" srcOrd="0" destOrd="0" presId="urn:microsoft.com/office/officeart/2005/8/layout/orgChart1"/>
    <dgm:cxn modelId="{4D27AACE-81EE-4E2D-82AF-1522FC2B71EE}" type="presParOf" srcId="{48F1B77E-9500-415C-85AE-4D6C91999415}" destId="{72E00B33-6386-4FAE-9395-07C3A1DE905D}" srcOrd="0" destOrd="0" presId="urn:microsoft.com/office/officeart/2005/8/layout/orgChart1"/>
    <dgm:cxn modelId="{8538EAF5-1C07-42E6-BEAB-4C3654AE918F}" type="presParOf" srcId="{48F1B77E-9500-415C-85AE-4D6C91999415}" destId="{E16068AC-8626-488D-99E3-839A2090D5EF}" srcOrd="1" destOrd="0" presId="urn:microsoft.com/office/officeart/2005/8/layout/orgChart1"/>
    <dgm:cxn modelId="{B28D5FEA-274C-46C5-A19C-ADF82AAAE5FA}" type="presParOf" srcId="{7B7D5174-7C2D-41FA-B4D2-B4A364C84BD3}" destId="{28157305-4457-44E1-AD33-ADBEB8A387BC}" srcOrd="1" destOrd="0" presId="urn:microsoft.com/office/officeart/2005/8/layout/orgChart1"/>
    <dgm:cxn modelId="{8C53D3B5-636D-4AEA-BC9E-1938971FDD57}" type="presParOf" srcId="{28157305-4457-44E1-AD33-ADBEB8A387BC}" destId="{A8167612-5A5C-4259-A9FA-0E511AC440D4}" srcOrd="0" destOrd="0" presId="urn:microsoft.com/office/officeart/2005/8/layout/orgChart1"/>
    <dgm:cxn modelId="{35D4D43D-4EBE-4FA2-9986-ED8287692C77}" type="presParOf" srcId="{28157305-4457-44E1-AD33-ADBEB8A387BC}" destId="{B68ADB8C-D7D1-4FFB-ABF8-026F987BDF66}" srcOrd="1" destOrd="0" presId="urn:microsoft.com/office/officeart/2005/8/layout/orgChart1"/>
    <dgm:cxn modelId="{9C8B397E-599E-4429-A414-2E22349E8C2C}" type="presParOf" srcId="{B68ADB8C-D7D1-4FFB-ABF8-026F987BDF66}" destId="{9084A730-C8E9-4FE2-9D43-0E0D62029BC1}" srcOrd="0" destOrd="0" presId="urn:microsoft.com/office/officeart/2005/8/layout/orgChart1"/>
    <dgm:cxn modelId="{62234F12-9733-4CF0-9667-3AA4DDF44123}" type="presParOf" srcId="{9084A730-C8E9-4FE2-9D43-0E0D62029BC1}" destId="{6A831034-9C71-47B6-AC6F-A747A4CDB941}" srcOrd="0" destOrd="0" presId="urn:microsoft.com/office/officeart/2005/8/layout/orgChart1"/>
    <dgm:cxn modelId="{5019E31D-1FD6-4086-AD91-0BFEAF045B7C}" type="presParOf" srcId="{9084A730-C8E9-4FE2-9D43-0E0D62029BC1}" destId="{653D5917-37BB-4D1C-81E6-4178F86F8910}" srcOrd="1" destOrd="0" presId="urn:microsoft.com/office/officeart/2005/8/layout/orgChart1"/>
    <dgm:cxn modelId="{F2E44F91-9200-42A8-812C-C53F8D72CC4B}" type="presParOf" srcId="{B68ADB8C-D7D1-4FFB-ABF8-026F987BDF66}" destId="{25281F35-11D5-43F1-B69E-2B50543B263C}" srcOrd="1" destOrd="0" presId="urn:microsoft.com/office/officeart/2005/8/layout/orgChart1"/>
    <dgm:cxn modelId="{D4343E03-F0B5-445F-A187-14B2C5FD725F}" type="presParOf" srcId="{B68ADB8C-D7D1-4FFB-ABF8-026F987BDF66}" destId="{65768C50-AC82-403E-96BB-863D52C8290D}" srcOrd="2" destOrd="0" presId="urn:microsoft.com/office/officeart/2005/8/layout/orgChart1"/>
    <dgm:cxn modelId="{F5752F60-199B-45B8-B691-AD7BFAB75F53}" type="presParOf" srcId="{28157305-4457-44E1-AD33-ADBEB8A387BC}" destId="{8CE0B4F6-CA3E-4F02-8744-8B0933A4C2AB}" srcOrd="2" destOrd="0" presId="urn:microsoft.com/office/officeart/2005/8/layout/orgChart1"/>
    <dgm:cxn modelId="{B3B23167-A03C-435B-8801-151983D9FF5F}" type="presParOf" srcId="{28157305-4457-44E1-AD33-ADBEB8A387BC}" destId="{F38437B1-AE01-4FF8-A0A9-41F82B649282}" srcOrd="3" destOrd="0" presId="urn:microsoft.com/office/officeart/2005/8/layout/orgChart1"/>
    <dgm:cxn modelId="{3E2D0884-765B-4AAA-B8FD-12ADC35CCA09}" type="presParOf" srcId="{F38437B1-AE01-4FF8-A0A9-41F82B649282}" destId="{E453E399-E5AE-4695-B7B1-D16C7AAAC3FE}" srcOrd="0" destOrd="0" presId="urn:microsoft.com/office/officeart/2005/8/layout/orgChart1"/>
    <dgm:cxn modelId="{4D86F74D-36D0-4B56-AC69-D12AD7C48167}" type="presParOf" srcId="{E453E399-E5AE-4695-B7B1-D16C7AAAC3FE}" destId="{56613D7A-17F4-4BB5-A8A4-691F18BA8191}" srcOrd="0" destOrd="0" presId="urn:microsoft.com/office/officeart/2005/8/layout/orgChart1"/>
    <dgm:cxn modelId="{96C89720-6677-4EB3-9773-2F8824339EE1}" type="presParOf" srcId="{E453E399-E5AE-4695-B7B1-D16C7AAAC3FE}" destId="{5FB12EBD-A5B9-4E4E-805E-49376A430978}" srcOrd="1" destOrd="0" presId="urn:microsoft.com/office/officeart/2005/8/layout/orgChart1"/>
    <dgm:cxn modelId="{069858C9-F374-4B9D-9A0F-BB9FD09DE42F}" type="presParOf" srcId="{F38437B1-AE01-4FF8-A0A9-41F82B649282}" destId="{2A7E096D-8AE9-4AB9-A38F-35CF76D8A88B}" srcOrd="1" destOrd="0" presId="urn:microsoft.com/office/officeart/2005/8/layout/orgChart1"/>
    <dgm:cxn modelId="{C5F4ED08-D3A5-46A9-B0AF-5017DD7C62B9}" type="presParOf" srcId="{F38437B1-AE01-4FF8-A0A9-41F82B649282}" destId="{0E4D616F-8C9E-49DA-BF2A-0D040D92BF1D}" srcOrd="2" destOrd="0" presId="urn:microsoft.com/office/officeart/2005/8/layout/orgChart1"/>
    <dgm:cxn modelId="{E0E02B58-E507-4BC8-8D1E-140BC29263D4}" type="presParOf" srcId="{28157305-4457-44E1-AD33-ADBEB8A387BC}" destId="{AFC0FB12-C205-4B2C-B6A5-A9C8749835B2}" srcOrd="4" destOrd="0" presId="urn:microsoft.com/office/officeart/2005/8/layout/orgChart1"/>
    <dgm:cxn modelId="{16445D7F-FBA7-4AA8-9341-58CE2429753C}" type="presParOf" srcId="{28157305-4457-44E1-AD33-ADBEB8A387BC}" destId="{73694DDE-AD68-46E3-B953-A17AB5BEC5A8}" srcOrd="5" destOrd="0" presId="urn:microsoft.com/office/officeart/2005/8/layout/orgChart1"/>
    <dgm:cxn modelId="{3A430EE2-369D-429A-9DBA-FC9658A3C68E}" type="presParOf" srcId="{73694DDE-AD68-46E3-B953-A17AB5BEC5A8}" destId="{961A76D7-870C-4583-8CF0-98039118AA36}" srcOrd="0" destOrd="0" presId="urn:microsoft.com/office/officeart/2005/8/layout/orgChart1"/>
    <dgm:cxn modelId="{CD4498C8-4AD8-4A9D-8DD7-FD6DCF62F027}" type="presParOf" srcId="{961A76D7-870C-4583-8CF0-98039118AA36}" destId="{B3742F30-DCAC-4859-B014-3D48E5E8DA81}" srcOrd="0" destOrd="0" presId="urn:microsoft.com/office/officeart/2005/8/layout/orgChart1"/>
    <dgm:cxn modelId="{07E9884C-56C0-4D56-9DD6-FDA64614A138}" type="presParOf" srcId="{961A76D7-870C-4583-8CF0-98039118AA36}" destId="{C9A9BF21-EB46-4C4D-93D7-922953EA7941}" srcOrd="1" destOrd="0" presId="urn:microsoft.com/office/officeart/2005/8/layout/orgChart1"/>
    <dgm:cxn modelId="{C8520C94-56D4-4F78-B121-731B1BB19A91}" type="presParOf" srcId="{73694DDE-AD68-46E3-B953-A17AB5BEC5A8}" destId="{EB11B81D-C8C3-48C8-9AE0-94FFC473C04B}" srcOrd="1" destOrd="0" presId="urn:microsoft.com/office/officeart/2005/8/layout/orgChart1"/>
    <dgm:cxn modelId="{95798FBA-68FC-48BE-896D-70339763CC07}" type="presParOf" srcId="{73694DDE-AD68-46E3-B953-A17AB5BEC5A8}" destId="{D823801A-2717-4B09-A2C0-745E0F85C887}" srcOrd="2" destOrd="0" presId="urn:microsoft.com/office/officeart/2005/8/layout/orgChart1"/>
    <dgm:cxn modelId="{04BD6EF4-F0DC-400D-8262-477565D88B79}" type="presParOf" srcId="{28157305-4457-44E1-AD33-ADBEB8A387BC}" destId="{D36D9810-53B1-4D32-929D-24A4E96FE924}" srcOrd="6" destOrd="0" presId="urn:microsoft.com/office/officeart/2005/8/layout/orgChart1"/>
    <dgm:cxn modelId="{20E1D1E7-1A8F-4C28-8DDF-3D289937CB90}" type="presParOf" srcId="{28157305-4457-44E1-AD33-ADBEB8A387BC}" destId="{E4645481-C1EA-472E-BBE0-435AD1956429}" srcOrd="7" destOrd="0" presId="urn:microsoft.com/office/officeart/2005/8/layout/orgChart1"/>
    <dgm:cxn modelId="{0322465C-E9C6-4D6E-B79E-F83D59A7DA26}" type="presParOf" srcId="{E4645481-C1EA-472E-BBE0-435AD1956429}" destId="{437BE313-56C7-4F23-8722-F993F1C70958}" srcOrd="0" destOrd="0" presId="urn:microsoft.com/office/officeart/2005/8/layout/orgChart1"/>
    <dgm:cxn modelId="{B067197B-FFB1-4095-A04D-6C3BE0F3FD45}" type="presParOf" srcId="{437BE313-56C7-4F23-8722-F993F1C70958}" destId="{8144642B-F62A-4A4B-AEAD-4E08FA09C38D}" srcOrd="0" destOrd="0" presId="urn:microsoft.com/office/officeart/2005/8/layout/orgChart1"/>
    <dgm:cxn modelId="{7F17C796-9CB0-4077-A55E-9BE93A8FD6BF}" type="presParOf" srcId="{437BE313-56C7-4F23-8722-F993F1C70958}" destId="{729CDD6C-6604-4AAE-AB03-1C92C16F8A47}" srcOrd="1" destOrd="0" presId="urn:microsoft.com/office/officeart/2005/8/layout/orgChart1"/>
    <dgm:cxn modelId="{7EA87EE2-7A26-495B-8938-B6237D20EF98}" type="presParOf" srcId="{E4645481-C1EA-472E-BBE0-435AD1956429}" destId="{684F71E8-81B5-48D9-B3CA-81CB547C7517}" srcOrd="1" destOrd="0" presId="urn:microsoft.com/office/officeart/2005/8/layout/orgChart1"/>
    <dgm:cxn modelId="{B766BDCD-9F58-4D9B-BB8A-8D61DB618014}" type="presParOf" srcId="{E4645481-C1EA-472E-BBE0-435AD1956429}" destId="{5F37409C-933B-4BAE-AB8B-F6B7A0F6916C}" srcOrd="2" destOrd="0" presId="urn:microsoft.com/office/officeart/2005/8/layout/orgChart1"/>
    <dgm:cxn modelId="{A840926D-E235-4CDA-826A-328570C764C3}" type="presParOf" srcId="{28157305-4457-44E1-AD33-ADBEB8A387BC}" destId="{4B87EAF4-0B87-45B5-86B5-A85F5F566B64}" srcOrd="8" destOrd="0" presId="urn:microsoft.com/office/officeart/2005/8/layout/orgChart1"/>
    <dgm:cxn modelId="{380F397F-1B58-41FE-A8D5-CD2231494277}" type="presParOf" srcId="{28157305-4457-44E1-AD33-ADBEB8A387BC}" destId="{BD018762-9D5F-4CAC-A596-46E4A7F04C85}" srcOrd="9" destOrd="0" presId="urn:microsoft.com/office/officeart/2005/8/layout/orgChart1"/>
    <dgm:cxn modelId="{87F84C8D-0F90-4E32-A1EC-E59B0AE689FF}" type="presParOf" srcId="{BD018762-9D5F-4CAC-A596-46E4A7F04C85}" destId="{A9229DBE-312D-4C5E-A462-0B4D3E526B3F}" srcOrd="0" destOrd="0" presId="urn:microsoft.com/office/officeart/2005/8/layout/orgChart1"/>
    <dgm:cxn modelId="{B82BC728-3154-4999-BC61-CCD4C0EEE232}" type="presParOf" srcId="{A9229DBE-312D-4C5E-A462-0B4D3E526B3F}" destId="{06EAA2D5-2C7E-4BDE-90B6-21DCE4BC5076}" srcOrd="0" destOrd="0" presId="urn:microsoft.com/office/officeart/2005/8/layout/orgChart1"/>
    <dgm:cxn modelId="{6725ABD6-9B1D-4890-AE1B-302E71AB2852}" type="presParOf" srcId="{A9229DBE-312D-4C5E-A462-0B4D3E526B3F}" destId="{948DDCA2-9224-4B06-97EA-462FFF16E0B5}" srcOrd="1" destOrd="0" presId="urn:microsoft.com/office/officeart/2005/8/layout/orgChart1"/>
    <dgm:cxn modelId="{584A5A93-A6A2-4BE7-9603-3B5C6DF5B20E}" type="presParOf" srcId="{BD018762-9D5F-4CAC-A596-46E4A7F04C85}" destId="{94DE8CDF-E687-4332-B198-38A7CC37008A}" srcOrd="1" destOrd="0" presId="urn:microsoft.com/office/officeart/2005/8/layout/orgChart1"/>
    <dgm:cxn modelId="{D9103B06-3195-441D-B192-B1918DC45834}" type="presParOf" srcId="{BD018762-9D5F-4CAC-A596-46E4A7F04C85}" destId="{2BF29A81-7BBD-4C7C-A576-E574DE3EB7F6}" srcOrd="2" destOrd="0" presId="urn:microsoft.com/office/officeart/2005/8/layout/orgChart1"/>
    <dgm:cxn modelId="{C92ADD6E-5A6F-47A5-A6F1-379C7D8010E7}" type="presParOf" srcId="{7B7D5174-7C2D-41FA-B4D2-B4A364C84BD3}" destId="{56432956-210A-4579-BED0-CF78AECF4581}" srcOrd="2" destOrd="0" presId="urn:microsoft.com/office/officeart/2005/8/layout/orgChart1"/>
    <dgm:cxn modelId="{2A0E3FC1-399A-4ABE-BB0A-3FCF92A64BB6}" type="presParOf" srcId="{00824F5E-66F3-4A28-BE25-3BA8D1781D24}" destId="{CCD43CD0-0D16-41FB-8FAD-C6648BF70F70}" srcOrd="2" destOrd="0" presId="urn:microsoft.com/office/officeart/2005/8/layout/orgChart1"/>
    <dgm:cxn modelId="{87ADA178-DF20-471F-A5AB-9138A4636CCD}" type="presParOf" srcId="{00824F5E-66F3-4A28-BE25-3BA8D1781D24}" destId="{38B6DB4A-3B1B-4E8C-8787-ABD90595E7FB}" srcOrd="3" destOrd="0" presId="urn:microsoft.com/office/officeart/2005/8/layout/orgChart1"/>
    <dgm:cxn modelId="{1C53F883-390B-463C-95F7-D1BF874D8BFF}" type="presParOf" srcId="{38B6DB4A-3B1B-4E8C-8787-ABD90595E7FB}" destId="{E29D72D6-3460-41DA-8450-B4892233697D}" srcOrd="0" destOrd="0" presId="urn:microsoft.com/office/officeart/2005/8/layout/orgChart1"/>
    <dgm:cxn modelId="{9C9F4205-344C-4742-B327-232FA28B18DA}" type="presParOf" srcId="{E29D72D6-3460-41DA-8450-B4892233697D}" destId="{74E5F807-5224-412E-A96A-96A556251D60}" srcOrd="0" destOrd="0" presId="urn:microsoft.com/office/officeart/2005/8/layout/orgChart1"/>
    <dgm:cxn modelId="{88013CAD-7B12-4B8C-89ED-68CADE64AE25}" type="presParOf" srcId="{E29D72D6-3460-41DA-8450-B4892233697D}" destId="{98CB216E-3183-49C2-A484-CAB737E3F055}" srcOrd="1" destOrd="0" presId="urn:microsoft.com/office/officeart/2005/8/layout/orgChart1"/>
    <dgm:cxn modelId="{BCA2E675-BC6B-42C0-A801-F3847483F8C8}" type="presParOf" srcId="{38B6DB4A-3B1B-4E8C-8787-ABD90595E7FB}" destId="{35F8C305-8221-473A-B0EF-415B166E12DE}" srcOrd="1" destOrd="0" presId="urn:microsoft.com/office/officeart/2005/8/layout/orgChart1"/>
    <dgm:cxn modelId="{61044E7B-66A3-45A5-96E8-E7197D6EFAA3}" type="presParOf" srcId="{35F8C305-8221-473A-B0EF-415B166E12DE}" destId="{74C91597-622C-410D-91EB-46234BBA1973}" srcOrd="0" destOrd="0" presId="urn:microsoft.com/office/officeart/2005/8/layout/orgChart1"/>
    <dgm:cxn modelId="{58AEBF03-EA27-400C-9A29-435BCA6F53FC}" type="presParOf" srcId="{35F8C305-8221-473A-B0EF-415B166E12DE}" destId="{3EAF9EBB-DC7B-4866-98CA-4E108A313128}" srcOrd="1" destOrd="0" presId="urn:microsoft.com/office/officeart/2005/8/layout/orgChart1"/>
    <dgm:cxn modelId="{D0CD3F46-1377-49A8-B05D-25751A5BA8FD}" type="presParOf" srcId="{3EAF9EBB-DC7B-4866-98CA-4E108A313128}" destId="{E144B6CD-706A-461B-B09B-26FDABB565CD}" srcOrd="0" destOrd="0" presId="urn:microsoft.com/office/officeart/2005/8/layout/orgChart1"/>
    <dgm:cxn modelId="{2316C6F3-B8B3-4BC7-80C7-37A84DBF93EF}" type="presParOf" srcId="{E144B6CD-706A-461B-B09B-26FDABB565CD}" destId="{115FB43C-BBF7-46DE-AC3E-42BDF3806B45}" srcOrd="0" destOrd="0" presId="urn:microsoft.com/office/officeart/2005/8/layout/orgChart1"/>
    <dgm:cxn modelId="{8D06E06A-12AD-4B75-A745-45633F2BE7FE}" type="presParOf" srcId="{E144B6CD-706A-461B-B09B-26FDABB565CD}" destId="{E937B757-395A-4B27-AF06-1D188D254BF9}" srcOrd="1" destOrd="0" presId="urn:microsoft.com/office/officeart/2005/8/layout/orgChart1"/>
    <dgm:cxn modelId="{1228149A-C586-40B5-A0F3-CC1000785BB5}" type="presParOf" srcId="{3EAF9EBB-DC7B-4866-98CA-4E108A313128}" destId="{75CA212A-D66F-4ED1-8756-CF6E318A20B2}" srcOrd="1" destOrd="0" presId="urn:microsoft.com/office/officeart/2005/8/layout/orgChart1"/>
    <dgm:cxn modelId="{15C7CA28-27E2-4DE2-9E5D-D02AEEEE9653}" type="presParOf" srcId="{3EAF9EBB-DC7B-4866-98CA-4E108A313128}" destId="{4F69F804-9FAC-4869-9087-388CF67DB8FE}" srcOrd="2" destOrd="0" presId="urn:microsoft.com/office/officeart/2005/8/layout/orgChart1"/>
    <dgm:cxn modelId="{2AE0D43D-6042-4955-BFD1-B001CF8C82F2}" type="presParOf" srcId="{35F8C305-8221-473A-B0EF-415B166E12DE}" destId="{8CFC3D68-2072-4D20-8100-B74305677337}" srcOrd="2" destOrd="0" presId="urn:microsoft.com/office/officeart/2005/8/layout/orgChart1"/>
    <dgm:cxn modelId="{FEC9B601-43AC-4A45-BBF2-607E45443F04}" type="presParOf" srcId="{35F8C305-8221-473A-B0EF-415B166E12DE}" destId="{C151390E-E6A5-45F4-B738-FFF303EED80D}" srcOrd="3" destOrd="0" presId="urn:microsoft.com/office/officeart/2005/8/layout/orgChart1"/>
    <dgm:cxn modelId="{6A20DE97-D6F2-4112-A1ED-206E6CF1C180}" type="presParOf" srcId="{C151390E-E6A5-45F4-B738-FFF303EED80D}" destId="{5DFA2A13-2128-418C-83C5-E4034410EAAA}" srcOrd="0" destOrd="0" presId="urn:microsoft.com/office/officeart/2005/8/layout/orgChart1"/>
    <dgm:cxn modelId="{A880C205-0B1D-4E80-9F83-915ECA23ED1D}" type="presParOf" srcId="{5DFA2A13-2128-418C-83C5-E4034410EAAA}" destId="{C7DED732-02CB-4B03-BA26-8F23429A13F7}" srcOrd="0" destOrd="0" presId="urn:microsoft.com/office/officeart/2005/8/layout/orgChart1"/>
    <dgm:cxn modelId="{08A42C74-6490-4452-ADBE-EAD79DFD1BEE}" type="presParOf" srcId="{5DFA2A13-2128-418C-83C5-E4034410EAAA}" destId="{705B7759-CEB9-4D8F-A6DE-D465C92CC20F}" srcOrd="1" destOrd="0" presId="urn:microsoft.com/office/officeart/2005/8/layout/orgChart1"/>
    <dgm:cxn modelId="{F420828B-6211-4776-863C-331ED4B3FA10}" type="presParOf" srcId="{C151390E-E6A5-45F4-B738-FFF303EED80D}" destId="{4E47E152-5BB3-45F3-B614-0E41A46A28C4}" srcOrd="1" destOrd="0" presId="urn:microsoft.com/office/officeart/2005/8/layout/orgChart1"/>
    <dgm:cxn modelId="{071313A9-249A-43F2-A977-6220481FAABB}" type="presParOf" srcId="{C151390E-E6A5-45F4-B738-FFF303EED80D}" destId="{4065A0CB-1E97-41F6-BE6E-D96FD5085189}" srcOrd="2" destOrd="0" presId="urn:microsoft.com/office/officeart/2005/8/layout/orgChart1"/>
    <dgm:cxn modelId="{8A33634E-CE8B-438E-91F5-88597BBB4A6D}" type="presParOf" srcId="{35F8C305-8221-473A-B0EF-415B166E12DE}" destId="{C7B9D0D9-9F00-4126-AA24-6BD677A479FC}" srcOrd="4" destOrd="0" presId="urn:microsoft.com/office/officeart/2005/8/layout/orgChart1"/>
    <dgm:cxn modelId="{68AC694B-1A10-4DB7-AFCA-091250BB28E3}" type="presParOf" srcId="{35F8C305-8221-473A-B0EF-415B166E12DE}" destId="{B3D8B8FE-C472-4446-8990-32476E442D85}" srcOrd="5" destOrd="0" presId="urn:microsoft.com/office/officeart/2005/8/layout/orgChart1"/>
    <dgm:cxn modelId="{C38EB1D1-D48E-4BCE-9B13-C85A51205AFC}" type="presParOf" srcId="{B3D8B8FE-C472-4446-8990-32476E442D85}" destId="{1225A0FE-544A-4FC7-A3ED-2472341EAAD8}" srcOrd="0" destOrd="0" presId="urn:microsoft.com/office/officeart/2005/8/layout/orgChart1"/>
    <dgm:cxn modelId="{C6E3C81F-21F6-455F-A3FA-10F43F3A452C}" type="presParOf" srcId="{1225A0FE-544A-4FC7-A3ED-2472341EAAD8}" destId="{6A292B4F-A078-4C27-9751-D71BEED49CFA}" srcOrd="0" destOrd="0" presId="urn:microsoft.com/office/officeart/2005/8/layout/orgChart1"/>
    <dgm:cxn modelId="{09197BB8-6565-4A8A-813B-064D49FFBE98}" type="presParOf" srcId="{1225A0FE-544A-4FC7-A3ED-2472341EAAD8}" destId="{55B6BBC5-9B64-417B-8308-CE28283A7FA7}" srcOrd="1" destOrd="0" presId="urn:microsoft.com/office/officeart/2005/8/layout/orgChart1"/>
    <dgm:cxn modelId="{EC6554F6-00F7-4046-B84B-1C6167103E18}" type="presParOf" srcId="{B3D8B8FE-C472-4446-8990-32476E442D85}" destId="{4BE629CF-2B08-4798-92DA-58E9227BB215}" srcOrd="1" destOrd="0" presId="urn:microsoft.com/office/officeart/2005/8/layout/orgChart1"/>
    <dgm:cxn modelId="{46756FC0-DF86-4A57-89AA-6DC8D2C79ADD}" type="presParOf" srcId="{B3D8B8FE-C472-4446-8990-32476E442D85}" destId="{70121DFB-B022-49C2-8F90-ABE94A77E73C}" srcOrd="2" destOrd="0" presId="urn:microsoft.com/office/officeart/2005/8/layout/orgChart1"/>
    <dgm:cxn modelId="{A0342846-B5BA-4875-84CC-9F9F72F3F378}" type="presParOf" srcId="{35F8C305-8221-473A-B0EF-415B166E12DE}" destId="{8E6CC30C-ECE6-4CE3-8E0D-D4DD0ABE3C27}" srcOrd="6" destOrd="0" presId="urn:microsoft.com/office/officeart/2005/8/layout/orgChart1"/>
    <dgm:cxn modelId="{7FD23619-8985-419F-BCAC-F5E79F57AA9D}" type="presParOf" srcId="{35F8C305-8221-473A-B0EF-415B166E12DE}" destId="{7303B727-FDAF-4B00-9161-D0E0035B5E50}" srcOrd="7" destOrd="0" presId="urn:microsoft.com/office/officeart/2005/8/layout/orgChart1"/>
    <dgm:cxn modelId="{F5C4D0FB-3374-4BED-BE20-25F65C226A92}" type="presParOf" srcId="{7303B727-FDAF-4B00-9161-D0E0035B5E50}" destId="{5A2EDF2F-78CE-4795-A0CE-341F709919DD}" srcOrd="0" destOrd="0" presId="urn:microsoft.com/office/officeart/2005/8/layout/orgChart1"/>
    <dgm:cxn modelId="{F282B495-F7E1-4A9C-AACB-9CBDB36E76CD}" type="presParOf" srcId="{5A2EDF2F-78CE-4795-A0CE-341F709919DD}" destId="{5797F1E1-B893-46C9-96DC-AA1A5091CA0D}" srcOrd="0" destOrd="0" presId="urn:microsoft.com/office/officeart/2005/8/layout/orgChart1"/>
    <dgm:cxn modelId="{079F9417-C528-4BF2-B827-B17095AF4C97}" type="presParOf" srcId="{5A2EDF2F-78CE-4795-A0CE-341F709919DD}" destId="{E9C94781-B48D-4514-8571-5A1B9C29F409}" srcOrd="1" destOrd="0" presId="urn:microsoft.com/office/officeart/2005/8/layout/orgChart1"/>
    <dgm:cxn modelId="{E30980A8-9754-491F-B697-8421D073D04D}" type="presParOf" srcId="{7303B727-FDAF-4B00-9161-D0E0035B5E50}" destId="{F4502003-2309-46E5-B8D2-7FF491AAC7D0}" srcOrd="1" destOrd="0" presId="urn:microsoft.com/office/officeart/2005/8/layout/orgChart1"/>
    <dgm:cxn modelId="{E9619FFF-E20A-4324-A51E-E5A4AC016352}" type="presParOf" srcId="{7303B727-FDAF-4B00-9161-D0E0035B5E50}" destId="{F9C290BB-E654-4544-A96C-A155EC5EA357}" srcOrd="2" destOrd="0" presId="urn:microsoft.com/office/officeart/2005/8/layout/orgChart1"/>
    <dgm:cxn modelId="{5A5A1B9C-196E-49E5-9600-5913074240E2}" type="presParOf" srcId="{35F8C305-8221-473A-B0EF-415B166E12DE}" destId="{8EECA0F6-D608-468A-97F3-CC88ADEFD196}" srcOrd="8" destOrd="0" presId="urn:microsoft.com/office/officeart/2005/8/layout/orgChart1"/>
    <dgm:cxn modelId="{BFC0F78B-3CD9-432E-9F66-2CE699A8EFF8}" type="presParOf" srcId="{35F8C305-8221-473A-B0EF-415B166E12DE}" destId="{F6010C18-8947-4F40-8EFC-9ABF62F725A9}" srcOrd="9" destOrd="0" presId="urn:microsoft.com/office/officeart/2005/8/layout/orgChart1"/>
    <dgm:cxn modelId="{21E4ABDF-E609-4F80-B658-4747EC9BC4F7}" type="presParOf" srcId="{F6010C18-8947-4F40-8EFC-9ABF62F725A9}" destId="{659A74B3-B0AE-413F-8E75-AFDF7FFDD021}" srcOrd="0" destOrd="0" presId="urn:microsoft.com/office/officeart/2005/8/layout/orgChart1"/>
    <dgm:cxn modelId="{C337AC30-48F2-41D0-BE38-30DAF29A0204}" type="presParOf" srcId="{659A74B3-B0AE-413F-8E75-AFDF7FFDD021}" destId="{2CB52A9F-1060-4D46-9164-BEDAC5CFB98B}" srcOrd="0" destOrd="0" presId="urn:microsoft.com/office/officeart/2005/8/layout/orgChart1"/>
    <dgm:cxn modelId="{444A7B75-FFD6-4974-B2A0-AA2EA4D15B91}" type="presParOf" srcId="{659A74B3-B0AE-413F-8E75-AFDF7FFDD021}" destId="{4CB8B585-DDAE-4D07-BA2B-3A547E295B9B}" srcOrd="1" destOrd="0" presId="urn:microsoft.com/office/officeart/2005/8/layout/orgChart1"/>
    <dgm:cxn modelId="{70770BAF-0FD0-4577-813C-1AC120C7C91F}" type="presParOf" srcId="{F6010C18-8947-4F40-8EFC-9ABF62F725A9}" destId="{64D3BA26-976D-415B-8304-B46004140F02}" srcOrd="1" destOrd="0" presId="urn:microsoft.com/office/officeart/2005/8/layout/orgChart1"/>
    <dgm:cxn modelId="{F8EF9FFA-74E1-4501-A866-A8B2C441EE7A}" type="presParOf" srcId="{F6010C18-8947-4F40-8EFC-9ABF62F725A9}" destId="{07D1ECB1-CF22-4F13-80D3-E94CD9993B9D}" srcOrd="2" destOrd="0" presId="urn:microsoft.com/office/officeart/2005/8/layout/orgChart1"/>
    <dgm:cxn modelId="{0C58ED26-D92B-40DF-9992-F6FB6E5523F7}" type="presParOf" srcId="{35F8C305-8221-473A-B0EF-415B166E12DE}" destId="{75325662-D137-47B0-A869-6409215194ED}" srcOrd="10" destOrd="0" presId="urn:microsoft.com/office/officeart/2005/8/layout/orgChart1"/>
    <dgm:cxn modelId="{9A91383C-FC0B-4749-9F5B-D379B9B6C050}" type="presParOf" srcId="{35F8C305-8221-473A-B0EF-415B166E12DE}" destId="{A86CF092-A169-4236-8983-AAA896AF1C80}" srcOrd="11" destOrd="0" presId="urn:microsoft.com/office/officeart/2005/8/layout/orgChart1"/>
    <dgm:cxn modelId="{E5BA18B3-5880-4C6E-A29A-AD2E95B16DC8}" type="presParOf" srcId="{A86CF092-A169-4236-8983-AAA896AF1C80}" destId="{794FFF37-305C-4043-A6AA-F2D88371839F}" srcOrd="0" destOrd="0" presId="urn:microsoft.com/office/officeart/2005/8/layout/orgChart1"/>
    <dgm:cxn modelId="{F8B63A0C-8C4E-49F5-B931-A0F9E3309D0A}" type="presParOf" srcId="{794FFF37-305C-4043-A6AA-F2D88371839F}" destId="{2381AFB4-9410-4582-B196-D25776ABAD4A}" srcOrd="0" destOrd="0" presId="urn:microsoft.com/office/officeart/2005/8/layout/orgChart1"/>
    <dgm:cxn modelId="{BAB56D7A-8A1E-4386-9746-655CD95E7AEC}" type="presParOf" srcId="{794FFF37-305C-4043-A6AA-F2D88371839F}" destId="{565B8D74-CE20-43C1-85B9-3B8B5507DCA4}" srcOrd="1" destOrd="0" presId="urn:microsoft.com/office/officeart/2005/8/layout/orgChart1"/>
    <dgm:cxn modelId="{A349FE4E-3160-4027-84C9-EDD2A12E7328}" type="presParOf" srcId="{A86CF092-A169-4236-8983-AAA896AF1C80}" destId="{14BEC737-B5D5-4A90-B0AB-FD753B750FC8}" srcOrd="1" destOrd="0" presId="urn:microsoft.com/office/officeart/2005/8/layout/orgChart1"/>
    <dgm:cxn modelId="{5903C0C6-BC85-4D29-BFE7-5A8D5B991D19}" type="presParOf" srcId="{A86CF092-A169-4236-8983-AAA896AF1C80}" destId="{A7911E27-9348-401F-AFAA-4EC02C5BDD60}" srcOrd="2" destOrd="0" presId="urn:microsoft.com/office/officeart/2005/8/layout/orgChart1"/>
    <dgm:cxn modelId="{135CF7DA-C78B-4318-9403-D92E57D872FA}" type="presParOf" srcId="{38B6DB4A-3B1B-4E8C-8787-ABD90595E7FB}" destId="{D3D10B2D-57E8-465F-B9E9-984E9BF147C4}" srcOrd="2" destOrd="0" presId="urn:microsoft.com/office/officeart/2005/8/layout/orgChart1"/>
    <dgm:cxn modelId="{32933A3A-E445-4D8C-8782-4AE8A7737FA2}" type="presParOf" srcId="{00824F5E-66F3-4A28-BE25-3BA8D1781D24}" destId="{712CC5BD-5E22-42CD-AF60-8C6C10F6D341}" srcOrd="4" destOrd="0" presId="urn:microsoft.com/office/officeart/2005/8/layout/orgChart1"/>
    <dgm:cxn modelId="{3CEB36DC-5335-4FD5-9759-D3F341988C16}" type="presParOf" srcId="{00824F5E-66F3-4A28-BE25-3BA8D1781D24}" destId="{A5A044B8-03D9-4F06-B0E4-2CDB0555C334}" srcOrd="5" destOrd="0" presId="urn:microsoft.com/office/officeart/2005/8/layout/orgChart1"/>
    <dgm:cxn modelId="{3CB4437D-E32E-4088-917B-7A11871C1902}" type="presParOf" srcId="{A5A044B8-03D9-4F06-B0E4-2CDB0555C334}" destId="{82541145-6087-42E6-BB47-FCB4A4A8E0A7}" srcOrd="0" destOrd="0" presId="urn:microsoft.com/office/officeart/2005/8/layout/orgChart1"/>
    <dgm:cxn modelId="{C9E6F49C-098C-40B7-83C7-F472468C30F7}" type="presParOf" srcId="{82541145-6087-42E6-BB47-FCB4A4A8E0A7}" destId="{998B4E26-5E73-4FBC-B6F1-23F5DB631BB5}" srcOrd="0" destOrd="0" presId="urn:microsoft.com/office/officeart/2005/8/layout/orgChart1"/>
    <dgm:cxn modelId="{B1D0A644-F447-42CA-9470-BB306E05F40A}" type="presParOf" srcId="{82541145-6087-42E6-BB47-FCB4A4A8E0A7}" destId="{A9CC3E0D-869C-4710-BE1E-08E4BEA3AB07}" srcOrd="1" destOrd="0" presId="urn:microsoft.com/office/officeart/2005/8/layout/orgChart1"/>
    <dgm:cxn modelId="{568E6C84-123F-434E-8597-F8531C0ED57B}" type="presParOf" srcId="{A5A044B8-03D9-4F06-B0E4-2CDB0555C334}" destId="{1A36E558-D2B9-4424-8C95-41A3E149BE47}" srcOrd="1" destOrd="0" presId="urn:microsoft.com/office/officeart/2005/8/layout/orgChart1"/>
    <dgm:cxn modelId="{70412F38-7F02-4FC1-A56D-4C034DBBA1A4}" type="presParOf" srcId="{1A36E558-D2B9-4424-8C95-41A3E149BE47}" destId="{1E7AA244-4D83-4155-A54B-EF6E037A11F6}" srcOrd="0" destOrd="0" presId="urn:microsoft.com/office/officeart/2005/8/layout/orgChart1"/>
    <dgm:cxn modelId="{C19C4C5C-912C-41E9-89DF-742EFFCAE754}" type="presParOf" srcId="{1A36E558-D2B9-4424-8C95-41A3E149BE47}" destId="{5218A367-D18F-4DD3-BE7B-26028C403A7C}" srcOrd="1" destOrd="0" presId="urn:microsoft.com/office/officeart/2005/8/layout/orgChart1"/>
    <dgm:cxn modelId="{6CF027F1-D353-478C-A054-D8D2FC03BA6A}" type="presParOf" srcId="{5218A367-D18F-4DD3-BE7B-26028C403A7C}" destId="{D33F046B-8C86-4EE7-B19B-6C253BC79555}" srcOrd="0" destOrd="0" presId="urn:microsoft.com/office/officeart/2005/8/layout/orgChart1"/>
    <dgm:cxn modelId="{5ACA84C1-D2BD-4201-B77D-995112BA8CF9}" type="presParOf" srcId="{D33F046B-8C86-4EE7-B19B-6C253BC79555}" destId="{06846003-D579-45A1-B573-7CFAD931F610}" srcOrd="0" destOrd="0" presId="urn:microsoft.com/office/officeart/2005/8/layout/orgChart1"/>
    <dgm:cxn modelId="{C18AF039-E90C-4F91-B91A-C852E1FD11F7}" type="presParOf" srcId="{D33F046B-8C86-4EE7-B19B-6C253BC79555}" destId="{F63269B6-A313-4880-B95C-2E615D33BA81}" srcOrd="1" destOrd="0" presId="urn:microsoft.com/office/officeart/2005/8/layout/orgChart1"/>
    <dgm:cxn modelId="{44AC0528-7313-4187-B592-A82A7428A158}" type="presParOf" srcId="{5218A367-D18F-4DD3-BE7B-26028C403A7C}" destId="{B3FC1A55-1946-4FFE-B9C5-40F7C578A511}" srcOrd="1" destOrd="0" presId="urn:microsoft.com/office/officeart/2005/8/layout/orgChart1"/>
    <dgm:cxn modelId="{4ECC3D5E-EAA1-4E01-8220-99ADB0341174}" type="presParOf" srcId="{5218A367-D18F-4DD3-BE7B-26028C403A7C}" destId="{2E987014-8F50-4430-B70E-DC7033B51946}" srcOrd="2" destOrd="0" presId="urn:microsoft.com/office/officeart/2005/8/layout/orgChart1"/>
    <dgm:cxn modelId="{0D99EB69-7D44-4839-85E2-2D7E76ED3A28}" type="presParOf" srcId="{1A36E558-D2B9-4424-8C95-41A3E149BE47}" destId="{40E40A94-5571-49C9-A041-A33C73770720}" srcOrd="2" destOrd="0" presId="urn:microsoft.com/office/officeart/2005/8/layout/orgChart1"/>
    <dgm:cxn modelId="{BF3A9DBF-5A62-4302-8CFE-D86477B96C02}" type="presParOf" srcId="{1A36E558-D2B9-4424-8C95-41A3E149BE47}" destId="{8FFFE742-A4BB-49A4-BBF3-6DCC172D78EF}" srcOrd="3" destOrd="0" presId="urn:microsoft.com/office/officeart/2005/8/layout/orgChart1"/>
    <dgm:cxn modelId="{55C74876-D004-483B-91EB-09373A1D5FBC}" type="presParOf" srcId="{8FFFE742-A4BB-49A4-BBF3-6DCC172D78EF}" destId="{E9098212-E865-496A-8C0D-86F271D50075}" srcOrd="0" destOrd="0" presId="urn:microsoft.com/office/officeart/2005/8/layout/orgChart1"/>
    <dgm:cxn modelId="{BBEA7593-CAB1-4D20-B520-F355542A90CB}" type="presParOf" srcId="{E9098212-E865-496A-8C0D-86F271D50075}" destId="{7D2A931A-CF52-4935-8741-98B65832A3EB}" srcOrd="0" destOrd="0" presId="urn:microsoft.com/office/officeart/2005/8/layout/orgChart1"/>
    <dgm:cxn modelId="{0D6E8354-D6EC-49D5-BFBB-1C33B8F27995}" type="presParOf" srcId="{E9098212-E865-496A-8C0D-86F271D50075}" destId="{D94125CA-C46A-4B63-9698-CE0BA29F0D1D}" srcOrd="1" destOrd="0" presId="urn:microsoft.com/office/officeart/2005/8/layout/orgChart1"/>
    <dgm:cxn modelId="{6A1364F8-9F31-43C2-A45C-FFA4E8F13CE4}" type="presParOf" srcId="{8FFFE742-A4BB-49A4-BBF3-6DCC172D78EF}" destId="{0AE57FD4-D0A2-4C7C-935A-4143D95422F8}" srcOrd="1" destOrd="0" presId="urn:microsoft.com/office/officeart/2005/8/layout/orgChart1"/>
    <dgm:cxn modelId="{58B70B0E-6A33-4778-9BA2-B18B0BDB84C0}" type="presParOf" srcId="{8FFFE742-A4BB-49A4-BBF3-6DCC172D78EF}" destId="{AA3C0416-0F7A-413E-988A-D34187B8F341}" srcOrd="2" destOrd="0" presId="urn:microsoft.com/office/officeart/2005/8/layout/orgChart1"/>
    <dgm:cxn modelId="{020A8304-CD13-4D30-98D0-07F13A578078}" type="presParOf" srcId="{1A36E558-D2B9-4424-8C95-41A3E149BE47}" destId="{94453D5D-1EC2-4AE0-8CF8-B72CBEDB6A72}" srcOrd="4" destOrd="0" presId="urn:microsoft.com/office/officeart/2005/8/layout/orgChart1"/>
    <dgm:cxn modelId="{7C23E705-7AA1-448B-B233-5EFA43C6EF64}" type="presParOf" srcId="{1A36E558-D2B9-4424-8C95-41A3E149BE47}" destId="{451CA7A6-60B7-4E5A-A29B-C2066FC9CF1F}" srcOrd="5" destOrd="0" presId="urn:microsoft.com/office/officeart/2005/8/layout/orgChart1"/>
    <dgm:cxn modelId="{3839FBB4-8398-4446-86DC-8BF023EC54AB}" type="presParOf" srcId="{451CA7A6-60B7-4E5A-A29B-C2066FC9CF1F}" destId="{1F6001D1-F318-4BD8-97E0-BFB610C413CF}" srcOrd="0" destOrd="0" presId="urn:microsoft.com/office/officeart/2005/8/layout/orgChart1"/>
    <dgm:cxn modelId="{764FE633-0E3C-422E-95F2-63E1E291B0B4}" type="presParOf" srcId="{1F6001D1-F318-4BD8-97E0-BFB610C413CF}" destId="{F08EF6B0-5233-48C3-A8AF-2C837C936952}" srcOrd="0" destOrd="0" presId="urn:microsoft.com/office/officeart/2005/8/layout/orgChart1"/>
    <dgm:cxn modelId="{12C25060-A8D8-49FE-9992-EE097D6686F5}" type="presParOf" srcId="{1F6001D1-F318-4BD8-97E0-BFB610C413CF}" destId="{6E484CAC-B3A4-4476-A95A-EEF0A9EA4A6F}" srcOrd="1" destOrd="0" presId="urn:microsoft.com/office/officeart/2005/8/layout/orgChart1"/>
    <dgm:cxn modelId="{08E2C56B-1E7A-4B42-8CE2-6F56DCE862E3}" type="presParOf" srcId="{451CA7A6-60B7-4E5A-A29B-C2066FC9CF1F}" destId="{08461EEC-11AD-4679-9F11-C99CA9633DE2}" srcOrd="1" destOrd="0" presId="urn:microsoft.com/office/officeart/2005/8/layout/orgChart1"/>
    <dgm:cxn modelId="{CB6151F3-DF5E-4298-8CF1-72A12DA0D90D}" type="presParOf" srcId="{451CA7A6-60B7-4E5A-A29B-C2066FC9CF1F}" destId="{A44A367B-CA96-4088-9E7F-A69C3B89CF9D}" srcOrd="2" destOrd="0" presId="urn:microsoft.com/office/officeart/2005/8/layout/orgChart1"/>
    <dgm:cxn modelId="{C8EF8BC6-3DB1-49A0-AC51-026819747CF7}" type="presParOf" srcId="{1A36E558-D2B9-4424-8C95-41A3E149BE47}" destId="{824B970C-7CD3-4A27-B939-D6063622FED0}" srcOrd="6" destOrd="0" presId="urn:microsoft.com/office/officeart/2005/8/layout/orgChart1"/>
    <dgm:cxn modelId="{82507B2D-04D0-4DF0-B6B8-6387BA04CE8B}" type="presParOf" srcId="{1A36E558-D2B9-4424-8C95-41A3E149BE47}" destId="{2B3913AA-D286-4133-B31B-25B32B044EAA}" srcOrd="7" destOrd="0" presId="urn:microsoft.com/office/officeart/2005/8/layout/orgChart1"/>
    <dgm:cxn modelId="{197857CC-F3E8-4D2A-B1EC-654EE9D5869E}" type="presParOf" srcId="{2B3913AA-D286-4133-B31B-25B32B044EAA}" destId="{C8DC7216-070B-4C54-8E07-FC2E0E57AF36}" srcOrd="0" destOrd="0" presId="urn:microsoft.com/office/officeart/2005/8/layout/orgChart1"/>
    <dgm:cxn modelId="{4A134FBD-157B-47B3-B2D0-51613EB4BEA7}" type="presParOf" srcId="{C8DC7216-070B-4C54-8E07-FC2E0E57AF36}" destId="{D7472BD6-B386-471C-9371-4AA4C36D7284}" srcOrd="0" destOrd="0" presId="urn:microsoft.com/office/officeart/2005/8/layout/orgChart1"/>
    <dgm:cxn modelId="{13A9C47E-4910-455A-82D8-09241C6748BD}" type="presParOf" srcId="{C8DC7216-070B-4C54-8E07-FC2E0E57AF36}" destId="{085EEE3B-7D56-4747-8279-12C81DF39503}" srcOrd="1" destOrd="0" presId="urn:microsoft.com/office/officeart/2005/8/layout/orgChart1"/>
    <dgm:cxn modelId="{E12E2E8C-612B-41CC-A094-F3A97C98B63E}" type="presParOf" srcId="{2B3913AA-D286-4133-B31B-25B32B044EAA}" destId="{0DFCC901-65A8-4C0C-8483-A21484D89FC5}" srcOrd="1" destOrd="0" presId="urn:microsoft.com/office/officeart/2005/8/layout/orgChart1"/>
    <dgm:cxn modelId="{086C43A3-BCD2-4413-86B1-8286E886CB82}" type="presParOf" srcId="{2B3913AA-D286-4133-B31B-25B32B044EAA}" destId="{5F68D473-5974-49DD-A1D3-0DFBE66F1D59}" srcOrd="2" destOrd="0" presId="urn:microsoft.com/office/officeart/2005/8/layout/orgChart1"/>
    <dgm:cxn modelId="{AB35A858-AE53-44EB-9961-7C853E211BFF}" type="presParOf" srcId="{A5A044B8-03D9-4F06-B0E4-2CDB0555C334}" destId="{B8771AB6-0E8A-4551-AB70-47C67363C73B}" srcOrd="2" destOrd="0" presId="urn:microsoft.com/office/officeart/2005/8/layout/orgChart1"/>
    <dgm:cxn modelId="{D97611C6-FDF9-4453-8C40-D6DCD8987EA1}" type="presParOf" srcId="{9FB98BA0-7348-4252-AD25-43777A867F06}" destId="{D11B5D9C-FFFD-4579-8812-66E6BB669230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4B970C-7CD3-4A27-B939-D6063622FED0}">
      <dsp:nvSpPr>
        <dsp:cNvPr id="0" name=""/>
        <dsp:cNvSpPr/>
      </dsp:nvSpPr>
      <dsp:spPr>
        <a:xfrm>
          <a:off x="5411717" y="1036835"/>
          <a:ext cx="360728" cy="22141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14162"/>
              </a:lnTo>
              <a:lnTo>
                <a:pt x="360728" y="221416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4453D5D-1EC2-4AE0-8CF8-B72CBEDB6A72}">
      <dsp:nvSpPr>
        <dsp:cNvPr id="0" name=""/>
        <dsp:cNvSpPr/>
      </dsp:nvSpPr>
      <dsp:spPr>
        <a:xfrm>
          <a:off x="5411717" y="1036835"/>
          <a:ext cx="360728" cy="16071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07191"/>
              </a:lnTo>
              <a:lnTo>
                <a:pt x="360728" y="160719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0E40A94-5571-49C9-A041-A33C73770720}">
      <dsp:nvSpPr>
        <dsp:cNvPr id="0" name=""/>
        <dsp:cNvSpPr/>
      </dsp:nvSpPr>
      <dsp:spPr>
        <a:xfrm>
          <a:off x="5411717" y="1036835"/>
          <a:ext cx="360728" cy="10002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0220"/>
              </a:lnTo>
              <a:lnTo>
                <a:pt x="360728" y="10002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7AA244-4D83-4155-A54B-EF6E037A11F6}">
      <dsp:nvSpPr>
        <dsp:cNvPr id="0" name=""/>
        <dsp:cNvSpPr/>
      </dsp:nvSpPr>
      <dsp:spPr>
        <a:xfrm>
          <a:off x="5411717" y="1036835"/>
          <a:ext cx="360728" cy="39324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3248"/>
              </a:lnTo>
              <a:lnTo>
                <a:pt x="360728" y="39324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2CC5BD-5E22-42CD-AF60-8C6C10F6D341}">
      <dsp:nvSpPr>
        <dsp:cNvPr id="0" name=""/>
        <dsp:cNvSpPr/>
      </dsp:nvSpPr>
      <dsp:spPr>
        <a:xfrm>
          <a:off x="4368059" y="429864"/>
          <a:ext cx="1385612" cy="17952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9763"/>
              </a:lnTo>
              <a:lnTo>
                <a:pt x="1385612" y="89763"/>
              </a:lnTo>
              <a:lnTo>
                <a:pt x="1385612" y="17952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5325662-D137-47B0-A869-6409215194ED}">
      <dsp:nvSpPr>
        <dsp:cNvPr id="0" name=""/>
        <dsp:cNvSpPr/>
      </dsp:nvSpPr>
      <dsp:spPr>
        <a:xfrm>
          <a:off x="4026104" y="1036835"/>
          <a:ext cx="291269" cy="342810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28105"/>
              </a:lnTo>
              <a:lnTo>
                <a:pt x="291269" y="342810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ECA0F6-D608-468A-97F3-CC88ADEFD196}">
      <dsp:nvSpPr>
        <dsp:cNvPr id="0" name=""/>
        <dsp:cNvSpPr/>
      </dsp:nvSpPr>
      <dsp:spPr>
        <a:xfrm>
          <a:off x="4026104" y="1036835"/>
          <a:ext cx="291269" cy="28211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21133"/>
              </a:lnTo>
              <a:lnTo>
                <a:pt x="291269" y="282113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6CC30C-ECE6-4CE3-8E0D-D4DD0ABE3C27}">
      <dsp:nvSpPr>
        <dsp:cNvPr id="0" name=""/>
        <dsp:cNvSpPr/>
      </dsp:nvSpPr>
      <dsp:spPr>
        <a:xfrm>
          <a:off x="4026104" y="1036835"/>
          <a:ext cx="291269" cy="22141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14162"/>
              </a:lnTo>
              <a:lnTo>
                <a:pt x="291269" y="221416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B9D0D9-9F00-4126-AA24-6BD677A479FC}">
      <dsp:nvSpPr>
        <dsp:cNvPr id="0" name=""/>
        <dsp:cNvSpPr/>
      </dsp:nvSpPr>
      <dsp:spPr>
        <a:xfrm>
          <a:off x="4026104" y="1036835"/>
          <a:ext cx="291269" cy="16071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07191"/>
              </a:lnTo>
              <a:lnTo>
                <a:pt x="291269" y="160719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FC3D68-2072-4D20-8100-B74305677337}">
      <dsp:nvSpPr>
        <dsp:cNvPr id="0" name=""/>
        <dsp:cNvSpPr/>
      </dsp:nvSpPr>
      <dsp:spPr>
        <a:xfrm>
          <a:off x="4026104" y="1036835"/>
          <a:ext cx="291269" cy="10002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0220"/>
              </a:lnTo>
              <a:lnTo>
                <a:pt x="291269" y="10002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4C91597-622C-410D-91EB-46234BBA1973}">
      <dsp:nvSpPr>
        <dsp:cNvPr id="0" name=""/>
        <dsp:cNvSpPr/>
      </dsp:nvSpPr>
      <dsp:spPr>
        <a:xfrm>
          <a:off x="4026104" y="1036835"/>
          <a:ext cx="280121" cy="4371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7181"/>
              </a:lnTo>
              <a:lnTo>
                <a:pt x="280121" y="43718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D43CD0-0D16-41FB-8FAD-C6648BF70F70}">
      <dsp:nvSpPr>
        <dsp:cNvPr id="0" name=""/>
        <dsp:cNvSpPr/>
      </dsp:nvSpPr>
      <dsp:spPr>
        <a:xfrm>
          <a:off x="4322339" y="429864"/>
          <a:ext cx="91440" cy="17952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7952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B87EAF4-0B87-45B5-86B5-A85F5F566B64}">
      <dsp:nvSpPr>
        <dsp:cNvPr id="0" name=""/>
        <dsp:cNvSpPr/>
      </dsp:nvSpPr>
      <dsp:spPr>
        <a:xfrm>
          <a:off x="2590369" y="1036835"/>
          <a:ext cx="291269" cy="28211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21133"/>
              </a:lnTo>
              <a:lnTo>
                <a:pt x="291269" y="282113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36D9810-53B1-4D32-929D-24A4E96FE924}">
      <dsp:nvSpPr>
        <dsp:cNvPr id="0" name=""/>
        <dsp:cNvSpPr/>
      </dsp:nvSpPr>
      <dsp:spPr>
        <a:xfrm>
          <a:off x="2590369" y="1036835"/>
          <a:ext cx="291269" cy="22141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14162"/>
              </a:lnTo>
              <a:lnTo>
                <a:pt x="291269" y="221416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C0FB12-C205-4B2C-B6A5-A9C8749835B2}">
      <dsp:nvSpPr>
        <dsp:cNvPr id="0" name=""/>
        <dsp:cNvSpPr/>
      </dsp:nvSpPr>
      <dsp:spPr>
        <a:xfrm>
          <a:off x="2590369" y="1036835"/>
          <a:ext cx="291269" cy="16071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07191"/>
              </a:lnTo>
              <a:lnTo>
                <a:pt x="291269" y="160719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E0B4F6-CA3E-4F02-8744-8B0933A4C2AB}">
      <dsp:nvSpPr>
        <dsp:cNvPr id="0" name=""/>
        <dsp:cNvSpPr/>
      </dsp:nvSpPr>
      <dsp:spPr>
        <a:xfrm>
          <a:off x="2590369" y="1036835"/>
          <a:ext cx="291269" cy="10002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0220"/>
              </a:lnTo>
              <a:lnTo>
                <a:pt x="291269" y="10002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167612-5A5C-4259-A9FA-0E511AC440D4}">
      <dsp:nvSpPr>
        <dsp:cNvPr id="0" name=""/>
        <dsp:cNvSpPr/>
      </dsp:nvSpPr>
      <dsp:spPr>
        <a:xfrm>
          <a:off x="2590369" y="1036835"/>
          <a:ext cx="291269" cy="39324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3248"/>
              </a:lnTo>
              <a:lnTo>
                <a:pt x="291269" y="39324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ADB2907-BEF6-44F9-B5A3-2B2BA4DC50D4}">
      <dsp:nvSpPr>
        <dsp:cNvPr id="0" name=""/>
        <dsp:cNvSpPr/>
      </dsp:nvSpPr>
      <dsp:spPr>
        <a:xfrm>
          <a:off x="2932324" y="429864"/>
          <a:ext cx="1435734" cy="179526"/>
        </a:xfrm>
        <a:custGeom>
          <a:avLst/>
          <a:gdLst/>
          <a:ahLst/>
          <a:cxnLst/>
          <a:rect l="0" t="0" r="0" b="0"/>
          <a:pathLst>
            <a:path>
              <a:moveTo>
                <a:pt x="1435734" y="0"/>
              </a:moveTo>
              <a:lnTo>
                <a:pt x="1435734" y="89763"/>
              </a:lnTo>
              <a:lnTo>
                <a:pt x="0" y="89763"/>
              </a:lnTo>
              <a:lnTo>
                <a:pt x="0" y="17952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5CB8009-831F-417C-8E3F-48C1584FE37B}">
      <dsp:nvSpPr>
        <dsp:cNvPr id="0" name=""/>
        <dsp:cNvSpPr/>
      </dsp:nvSpPr>
      <dsp:spPr>
        <a:xfrm>
          <a:off x="3940615" y="2419"/>
          <a:ext cx="854889" cy="427444"/>
        </a:xfrm>
        <a:prstGeom prst="flowChartAlternateProcess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1200" kern="1200" dirty="0"/>
            <a:t>V</a:t>
          </a:r>
          <a:r>
            <a:rPr lang="hr-HR" sz="1200" kern="1200" dirty="0" err="1"/>
            <a:t>ozila</a:t>
          </a:r>
          <a:endParaRPr lang="fr-BE" sz="1200" kern="1200" dirty="0"/>
        </a:p>
      </dsp:txBody>
      <dsp:txXfrm>
        <a:off x="3961481" y="23285"/>
        <a:ext cx="813157" cy="385712"/>
      </dsp:txXfrm>
    </dsp:sp>
    <dsp:sp modelId="{72E00B33-6386-4FAE-9395-07C3A1DE905D}">
      <dsp:nvSpPr>
        <dsp:cNvPr id="0" name=""/>
        <dsp:cNvSpPr/>
      </dsp:nvSpPr>
      <dsp:spPr>
        <a:xfrm>
          <a:off x="2504880" y="609391"/>
          <a:ext cx="854889" cy="427444"/>
        </a:xfrm>
        <a:prstGeom prst="flowChartAlternateProcess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200" kern="1200" dirty="0"/>
            <a:t>Javna</a:t>
          </a:r>
          <a:endParaRPr lang="fr-BE" sz="1200" kern="1200" dirty="0"/>
        </a:p>
      </dsp:txBody>
      <dsp:txXfrm>
        <a:off x="2525746" y="630257"/>
        <a:ext cx="813157" cy="385712"/>
      </dsp:txXfrm>
    </dsp:sp>
    <dsp:sp modelId="{6A831034-9C71-47B6-AC6F-A747A4CDB941}">
      <dsp:nvSpPr>
        <dsp:cNvPr id="0" name=""/>
        <dsp:cNvSpPr/>
      </dsp:nvSpPr>
      <dsp:spPr>
        <a:xfrm>
          <a:off x="2881638" y="1216362"/>
          <a:ext cx="854889" cy="427444"/>
        </a:xfrm>
        <a:prstGeom prst="flowChartAlternateProcess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200" kern="1200" dirty="0"/>
            <a:t>Autobusi</a:t>
          </a:r>
          <a:endParaRPr lang="fr-BE" sz="1200" kern="1200" dirty="0"/>
        </a:p>
      </dsp:txBody>
      <dsp:txXfrm>
        <a:off x="2902504" y="1237228"/>
        <a:ext cx="813157" cy="385712"/>
      </dsp:txXfrm>
    </dsp:sp>
    <dsp:sp modelId="{56613D7A-17F4-4BB5-A8A4-691F18BA8191}">
      <dsp:nvSpPr>
        <dsp:cNvPr id="0" name=""/>
        <dsp:cNvSpPr/>
      </dsp:nvSpPr>
      <dsp:spPr>
        <a:xfrm>
          <a:off x="2881638" y="1823333"/>
          <a:ext cx="854889" cy="427444"/>
        </a:xfrm>
        <a:prstGeom prst="flowChartAlternateProcess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200" kern="1200" dirty="0"/>
            <a:t>Vlakovi</a:t>
          </a:r>
          <a:endParaRPr lang="fr-BE" sz="1200" kern="1200" dirty="0"/>
        </a:p>
      </dsp:txBody>
      <dsp:txXfrm>
        <a:off x="2902504" y="1844199"/>
        <a:ext cx="813157" cy="385712"/>
      </dsp:txXfrm>
    </dsp:sp>
    <dsp:sp modelId="{B3742F30-DCAC-4859-B014-3D48E5E8DA81}">
      <dsp:nvSpPr>
        <dsp:cNvPr id="0" name=""/>
        <dsp:cNvSpPr/>
      </dsp:nvSpPr>
      <dsp:spPr>
        <a:xfrm>
          <a:off x="2881638" y="2430304"/>
          <a:ext cx="854889" cy="427444"/>
        </a:xfrm>
        <a:prstGeom prst="flowChartAlternateProcess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200" kern="1200" dirty="0"/>
            <a:t>Avioni</a:t>
          </a:r>
          <a:endParaRPr lang="fr-BE" sz="1200" kern="1200" dirty="0"/>
        </a:p>
      </dsp:txBody>
      <dsp:txXfrm>
        <a:off x="2902504" y="2451170"/>
        <a:ext cx="813157" cy="385712"/>
      </dsp:txXfrm>
    </dsp:sp>
    <dsp:sp modelId="{8144642B-F62A-4A4B-AEAD-4E08FA09C38D}">
      <dsp:nvSpPr>
        <dsp:cNvPr id="0" name=""/>
        <dsp:cNvSpPr/>
      </dsp:nvSpPr>
      <dsp:spPr>
        <a:xfrm>
          <a:off x="2881638" y="3037276"/>
          <a:ext cx="854889" cy="427444"/>
        </a:xfrm>
        <a:prstGeom prst="flowChartAlternateProcess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200" kern="1200" dirty="0"/>
            <a:t>Dijeljenje vožnje</a:t>
          </a:r>
          <a:endParaRPr lang="fr-BE" sz="1200" kern="1200" dirty="0"/>
        </a:p>
      </dsp:txBody>
      <dsp:txXfrm>
        <a:off x="2902504" y="3058142"/>
        <a:ext cx="813157" cy="385712"/>
      </dsp:txXfrm>
    </dsp:sp>
    <dsp:sp modelId="{06EAA2D5-2C7E-4BDE-90B6-21DCE4BC5076}">
      <dsp:nvSpPr>
        <dsp:cNvPr id="0" name=""/>
        <dsp:cNvSpPr/>
      </dsp:nvSpPr>
      <dsp:spPr>
        <a:xfrm>
          <a:off x="2881638" y="3644247"/>
          <a:ext cx="854889" cy="427444"/>
        </a:xfrm>
        <a:prstGeom prst="flowChartAlternateProcess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200" kern="1200" dirty="0"/>
            <a:t>Trajekt</a:t>
          </a:r>
          <a:endParaRPr lang="fr-BE" sz="1200" kern="1200" dirty="0"/>
        </a:p>
      </dsp:txBody>
      <dsp:txXfrm>
        <a:off x="2902504" y="3665113"/>
        <a:ext cx="813157" cy="385712"/>
      </dsp:txXfrm>
    </dsp:sp>
    <dsp:sp modelId="{74E5F807-5224-412E-A96A-96A556251D60}">
      <dsp:nvSpPr>
        <dsp:cNvPr id="0" name=""/>
        <dsp:cNvSpPr/>
      </dsp:nvSpPr>
      <dsp:spPr>
        <a:xfrm>
          <a:off x="3940615" y="609391"/>
          <a:ext cx="854889" cy="427444"/>
        </a:xfrm>
        <a:prstGeom prst="flowChartAlternateProcess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200" kern="1200" dirty="0"/>
            <a:t>Osobna</a:t>
          </a:r>
          <a:endParaRPr lang="fr-BE" sz="1200" kern="1200" dirty="0"/>
        </a:p>
      </dsp:txBody>
      <dsp:txXfrm>
        <a:off x="3961481" y="630257"/>
        <a:ext cx="813157" cy="385712"/>
      </dsp:txXfrm>
    </dsp:sp>
    <dsp:sp modelId="{115FB43C-BBF7-46DE-AC3E-42BDF3806B45}">
      <dsp:nvSpPr>
        <dsp:cNvPr id="0" name=""/>
        <dsp:cNvSpPr/>
      </dsp:nvSpPr>
      <dsp:spPr>
        <a:xfrm>
          <a:off x="4306225" y="1260295"/>
          <a:ext cx="854889" cy="427444"/>
        </a:xfrm>
        <a:prstGeom prst="flowChartAlternateProcess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200" kern="1200" dirty="0"/>
            <a:t>Auto</a:t>
          </a:r>
          <a:endParaRPr lang="fr-BE" sz="1200" kern="1200" dirty="0"/>
        </a:p>
      </dsp:txBody>
      <dsp:txXfrm>
        <a:off x="4327091" y="1281161"/>
        <a:ext cx="813157" cy="385712"/>
      </dsp:txXfrm>
    </dsp:sp>
    <dsp:sp modelId="{C7DED732-02CB-4B03-BA26-8F23429A13F7}">
      <dsp:nvSpPr>
        <dsp:cNvPr id="0" name=""/>
        <dsp:cNvSpPr/>
      </dsp:nvSpPr>
      <dsp:spPr>
        <a:xfrm>
          <a:off x="4317373" y="1823333"/>
          <a:ext cx="854889" cy="427444"/>
        </a:xfrm>
        <a:prstGeom prst="flowChartAlternateProcess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1200" kern="1200" dirty="0"/>
            <a:t>Bic</a:t>
          </a:r>
          <a:r>
            <a:rPr lang="hr-HR" sz="1200" kern="1200" dirty="0" err="1"/>
            <a:t>ikl</a:t>
          </a:r>
          <a:endParaRPr lang="fr-BE" sz="1200" kern="1200" dirty="0"/>
        </a:p>
      </dsp:txBody>
      <dsp:txXfrm>
        <a:off x="4338239" y="1844199"/>
        <a:ext cx="813157" cy="385712"/>
      </dsp:txXfrm>
    </dsp:sp>
    <dsp:sp modelId="{6A292B4F-A078-4C27-9751-D71BEED49CFA}">
      <dsp:nvSpPr>
        <dsp:cNvPr id="0" name=""/>
        <dsp:cNvSpPr/>
      </dsp:nvSpPr>
      <dsp:spPr>
        <a:xfrm>
          <a:off x="4317373" y="2430304"/>
          <a:ext cx="854889" cy="427444"/>
        </a:xfrm>
        <a:prstGeom prst="flowChartAlternateProcess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1200" kern="1200" dirty="0" err="1"/>
            <a:t>Heli</a:t>
          </a:r>
          <a:r>
            <a:rPr lang="hr-HR" sz="1200" kern="1200" dirty="0" err="1"/>
            <a:t>hopter</a:t>
          </a:r>
          <a:endParaRPr lang="fr-BE" sz="1200" kern="1200" dirty="0"/>
        </a:p>
      </dsp:txBody>
      <dsp:txXfrm>
        <a:off x="4338239" y="2451170"/>
        <a:ext cx="813157" cy="385712"/>
      </dsp:txXfrm>
    </dsp:sp>
    <dsp:sp modelId="{5797F1E1-B893-46C9-96DC-AA1A5091CA0D}">
      <dsp:nvSpPr>
        <dsp:cNvPr id="0" name=""/>
        <dsp:cNvSpPr/>
      </dsp:nvSpPr>
      <dsp:spPr>
        <a:xfrm>
          <a:off x="4317373" y="3037276"/>
          <a:ext cx="854889" cy="427444"/>
        </a:xfrm>
        <a:prstGeom prst="flowChartAlternateProcess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200" kern="1200" dirty="0"/>
            <a:t>Avion</a:t>
          </a:r>
          <a:endParaRPr lang="fr-BE" sz="1200" kern="1200" dirty="0"/>
        </a:p>
      </dsp:txBody>
      <dsp:txXfrm>
        <a:off x="4338239" y="3058142"/>
        <a:ext cx="813157" cy="385712"/>
      </dsp:txXfrm>
    </dsp:sp>
    <dsp:sp modelId="{2CB52A9F-1060-4D46-9164-BEDAC5CFB98B}">
      <dsp:nvSpPr>
        <dsp:cNvPr id="0" name=""/>
        <dsp:cNvSpPr/>
      </dsp:nvSpPr>
      <dsp:spPr>
        <a:xfrm>
          <a:off x="4317373" y="3644247"/>
          <a:ext cx="854889" cy="427444"/>
        </a:xfrm>
        <a:prstGeom prst="flowChartAlternateProcess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200" kern="1200" dirty="0"/>
            <a:t>Jedrilica</a:t>
          </a:r>
          <a:endParaRPr lang="fr-BE" sz="1200" kern="1200" dirty="0"/>
        </a:p>
      </dsp:txBody>
      <dsp:txXfrm>
        <a:off x="4338239" y="3665113"/>
        <a:ext cx="813157" cy="385712"/>
      </dsp:txXfrm>
    </dsp:sp>
    <dsp:sp modelId="{2381AFB4-9410-4582-B196-D25776ABAD4A}">
      <dsp:nvSpPr>
        <dsp:cNvPr id="0" name=""/>
        <dsp:cNvSpPr/>
      </dsp:nvSpPr>
      <dsp:spPr>
        <a:xfrm>
          <a:off x="4317373" y="4251218"/>
          <a:ext cx="854889" cy="427444"/>
        </a:xfrm>
        <a:prstGeom prst="flowChartAlternateProcess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200" kern="1200" dirty="0"/>
            <a:t>Jahta</a:t>
          </a:r>
          <a:endParaRPr lang="fr-BE" sz="1200" kern="1200" dirty="0"/>
        </a:p>
      </dsp:txBody>
      <dsp:txXfrm>
        <a:off x="4338239" y="4272084"/>
        <a:ext cx="813157" cy="385712"/>
      </dsp:txXfrm>
    </dsp:sp>
    <dsp:sp modelId="{998B4E26-5E73-4FBC-B6F1-23F5DB631BB5}">
      <dsp:nvSpPr>
        <dsp:cNvPr id="0" name=""/>
        <dsp:cNvSpPr/>
      </dsp:nvSpPr>
      <dsp:spPr>
        <a:xfrm>
          <a:off x="5326228" y="609391"/>
          <a:ext cx="854889" cy="427444"/>
        </a:xfrm>
        <a:prstGeom prst="flowChartAlternateProcess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200" kern="1200" dirty="0"/>
            <a:t>Teretna</a:t>
          </a:r>
          <a:endParaRPr lang="fr-BE" sz="1200" kern="1200" dirty="0"/>
        </a:p>
      </dsp:txBody>
      <dsp:txXfrm>
        <a:off x="5347094" y="630257"/>
        <a:ext cx="813157" cy="385712"/>
      </dsp:txXfrm>
    </dsp:sp>
    <dsp:sp modelId="{06846003-D579-45A1-B573-7CFAD931F610}">
      <dsp:nvSpPr>
        <dsp:cNvPr id="0" name=""/>
        <dsp:cNvSpPr/>
      </dsp:nvSpPr>
      <dsp:spPr>
        <a:xfrm>
          <a:off x="5772446" y="1216362"/>
          <a:ext cx="854889" cy="427444"/>
        </a:xfrm>
        <a:prstGeom prst="flowChartAlternateProcess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200" kern="1200" dirty="0"/>
            <a:t>Avion</a:t>
          </a:r>
          <a:endParaRPr lang="fr-BE" sz="1200" kern="1200" dirty="0"/>
        </a:p>
      </dsp:txBody>
      <dsp:txXfrm>
        <a:off x="5793312" y="1237228"/>
        <a:ext cx="813157" cy="385712"/>
      </dsp:txXfrm>
    </dsp:sp>
    <dsp:sp modelId="{7D2A931A-CF52-4935-8741-98B65832A3EB}">
      <dsp:nvSpPr>
        <dsp:cNvPr id="0" name=""/>
        <dsp:cNvSpPr/>
      </dsp:nvSpPr>
      <dsp:spPr>
        <a:xfrm>
          <a:off x="5772446" y="1823333"/>
          <a:ext cx="854889" cy="427444"/>
        </a:xfrm>
        <a:prstGeom prst="flowChartAlternateProcess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200" kern="1200" dirty="0"/>
            <a:t>Vlak</a:t>
          </a:r>
          <a:endParaRPr lang="fr-BE" sz="1200" kern="1200" dirty="0"/>
        </a:p>
      </dsp:txBody>
      <dsp:txXfrm>
        <a:off x="5793312" y="1844199"/>
        <a:ext cx="813157" cy="385712"/>
      </dsp:txXfrm>
    </dsp:sp>
    <dsp:sp modelId="{F08EF6B0-5233-48C3-A8AF-2C837C936952}">
      <dsp:nvSpPr>
        <dsp:cNvPr id="0" name=""/>
        <dsp:cNvSpPr/>
      </dsp:nvSpPr>
      <dsp:spPr>
        <a:xfrm>
          <a:off x="5772446" y="2430304"/>
          <a:ext cx="854889" cy="427444"/>
        </a:xfrm>
        <a:prstGeom prst="flowChartAlternateProcess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200" kern="1200" dirty="0"/>
            <a:t>Kontejnerski brod</a:t>
          </a:r>
          <a:endParaRPr lang="fr-BE" sz="1200" kern="1200" dirty="0"/>
        </a:p>
      </dsp:txBody>
      <dsp:txXfrm>
        <a:off x="5793312" y="2451170"/>
        <a:ext cx="813157" cy="385712"/>
      </dsp:txXfrm>
    </dsp:sp>
    <dsp:sp modelId="{D7472BD6-B386-471C-9371-4AA4C36D7284}">
      <dsp:nvSpPr>
        <dsp:cNvPr id="0" name=""/>
        <dsp:cNvSpPr/>
      </dsp:nvSpPr>
      <dsp:spPr>
        <a:xfrm>
          <a:off x="5772446" y="3037276"/>
          <a:ext cx="854889" cy="427444"/>
        </a:xfrm>
        <a:prstGeom prst="flowChartAlternateProcess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200" kern="1200" dirty="0"/>
            <a:t>Kamion</a:t>
          </a:r>
          <a:endParaRPr lang="fr-BE" sz="1200" kern="1200" dirty="0"/>
        </a:p>
      </dsp:txBody>
      <dsp:txXfrm>
        <a:off x="5793312" y="3058142"/>
        <a:ext cx="813157" cy="3857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6262F1-3681-41EC-ABF5-FB4B9D8A9B47}" type="datetimeFigureOut">
              <a:rPr lang="fr-BE" smtClean="0"/>
              <a:t>03-03-26</a:t>
            </a:fld>
            <a:endParaRPr lang="fr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209458-76B0-492C-AE3B-5216EDE26413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400112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209458-76B0-492C-AE3B-5216EDE26413}" type="slidenum">
              <a:rPr lang="fr-BE" smtClean="0"/>
              <a:t>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867847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209458-76B0-492C-AE3B-5216EDE26413}" type="slidenum">
              <a:rPr lang="fr-BE" smtClean="0"/>
              <a:t>3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8642987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209458-76B0-492C-AE3B-5216EDE26413}" type="slidenum">
              <a:rPr lang="fr-BE" smtClean="0"/>
              <a:t>4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0037136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970D3-0A45-8B21-1641-8E8319052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FC9297-FBAC-699C-ACDF-E3EF0F9BFC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11B26A-A133-B0BA-F2BE-F212203831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DAEB83-1DC0-8480-6D55-3B7869D0C0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209458-76B0-492C-AE3B-5216EDE26413}" type="slidenum">
              <a:rPr lang="fr-BE" smtClean="0"/>
              <a:t>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492922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209458-76B0-492C-AE3B-5216EDE26413}" type="slidenum">
              <a:rPr lang="fr-BE" smtClean="0"/>
              <a:t>6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2744549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C7D5E-1426-93E9-C99A-EEABA4AAE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2D910F-0BAA-3756-439F-DDD793848E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CE156E-2D17-949F-7B83-C5A3847471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8A80A0-2DE1-CD36-FA62-76511C0E2B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209458-76B0-492C-AE3B-5216EDE26413}" type="slidenum">
              <a:rPr lang="fr-BE" smtClean="0"/>
              <a:t>7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451670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93DC9-4789-0204-F9D8-7C6E92DA9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235379-BE87-F08E-B691-A93D94E07D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EC5494-05FB-3A57-A21A-687E12DCBB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49ABFF-CB38-A8E6-622A-FEA26449DD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209458-76B0-492C-AE3B-5216EDE26413}" type="slidenum">
              <a:rPr lang="fr-BE" smtClean="0"/>
              <a:t>8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2223844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EA137-C32D-C64E-719E-35297D10A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C0AA92-6D16-3DE4-321C-069CB6D954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11FB62-1D3B-6C7D-788E-FF18706EB6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281A22-E7BB-4D2E-D1B1-29BC5A26BD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209458-76B0-492C-AE3B-5216EDE26413}" type="slidenum">
              <a:rPr lang="fr-BE" smtClean="0"/>
              <a:t>9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9225904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10A53-56FA-9786-2A2D-707220584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FD78DA-62E7-B6DE-2D6E-833C119FDC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98200D-33A1-B4BB-A5EC-E9321F7F20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F2BE84-95A6-A8BD-F05D-AE5D3507BE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209458-76B0-492C-AE3B-5216EDE26413}" type="slidenum">
              <a:rPr lang="fr-BE" smtClean="0"/>
              <a:t>10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4177487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3E033-F6C3-0F6F-A5C4-19FF8DF16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ECAB2C-52AC-4A48-DE2F-AD64F11927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3071AA-FC5A-47F8-959A-19E6FCDB9E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28DA43-40EB-D03D-B94A-0299A3261C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209458-76B0-492C-AE3B-5216EDE26413}" type="slidenum">
              <a:rPr lang="fr-BE" smtClean="0"/>
              <a:t>11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1553927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C009E-4F8F-2220-E381-64BC7B804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D90BC1-D304-B450-5785-E23D55AA14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59E1DB-4C0E-BA7C-59C7-F1E9E26BD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240522-1CB4-2244-4219-0DA8807FC0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209458-76B0-492C-AE3B-5216EDE26413}" type="slidenum">
              <a:rPr lang="fr-BE" smtClean="0"/>
              <a:t>12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774965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72319-B899-CC5C-6F80-57EA147E3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9C8AD8-FC59-E54D-FA29-09A79371CF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725871-3B48-0050-215A-C44FB0C46E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E0CE74-506B-BEDA-16A5-8C0D5E7BAD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209458-76B0-492C-AE3B-5216EDE26413}" type="slidenum">
              <a:rPr lang="fr-BE" smtClean="0"/>
              <a:t>14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2536419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209458-76B0-492C-AE3B-5216EDE26413}" type="slidenum">
              <a:rPr lang="fr-BE" smtClean="0"/>
              <a:t>15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1978640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209458-76B0-492C-AE3B-5216EDE26413}" type="slidenum">
              <a:rPr lang="fr-BE" smtClean="0"/>
              <a:t>16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48499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7AA05-FC2E-BAA9-7CBB-502348A4F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949FFB-FBD5-13E7-CE30-6AD93C38D3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0B0FEB-37A8-DBEC-5D87-C0BC913CD9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BBD16E-BF76-C42E-78E6-F260FECD02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209458-76B0-492C-AE3B-5216EDE26413}" type="slidenum">
              <a:rPr lang="fr-BE" smtClean="0"/>
              <a:t>17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2183323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Završni projekt je:</a:t>
            </a:r>
          </a:p>
          <a:p>
            <a:r>
              <a:rPr lang="hr-HR" b="1" dirty="0" err="1"/>
              <a:t>CraftEase</a:t>
            </a:r>
            <a:r>
              <a:rPr lang="hr-HR" dirty="0"/>
              <a:t> je web aplikacijsko rješenje razvijeno za trgovine opremom za uređenje doma koje žele unaprijediti angažman kupaca izravno putem svoje web stranice.</a:t>
            </a:r>
          </a:p>
          <a:p>
            <a:r>
              <a:rPr lang="hr-HR" dirty="0"/>
              <a:t>Naš cilj je vašoj trgovini pružiti integriranu digitalnu uslugu koja pomaže u upravljanju prijavama na DIY radionice, promociji projektnih </a:t>
            </a:r>
            <a:r>
              <a:rPr lang="hr-HR" dirty="0" err="1"/>
              <a:t>tutorijala</a:t>
            </a:r>
            <a:r>
              <a:rPr lang="hr-HR" dirty="0"/>
              <a:t> te praćenju dostupnosti alata i materijala u stvarnom vremenu.</a:t>
            </a:r>
          </a:p>
          <a:p>
            <a:r>
              <a:rPr lang="hr-HR" dirty="0"/>
              <a:t>Platforma je osmišljena tako da se besprijekorno integrira u vašu postojeću web stranicu. Jednostavna je za korištenje, sigurna te prilagodljiva vašem vizualnom identitetu i potrebama kupaca. Funkcionalnosti uključuju personalizirane preporuke projekata, upravljanje rezervacijama, alate za prikupljanje povratnih informacija korisnika te analitiku za timove u trgovini.</a:t>
            </a:r>
          </a:p>
          <a:p>
            <a:endParaRPr lang="fr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209458-76B0-492C-AE3B-5216EDE26413}" type="slidenum">
              <a:rPr lang="fr-BE" smtClean="0"/>
              <a:t>19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2439624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Step 1: Brainstorm Content (10 min)</a:t>
            </a:r>
          </a:p>
          <a:p>
            <a:r>
              <a:rPr lang="en-US" dirty="0"/>
              <a:t>🗒️ </a:t>
            </a:r>
            <a:r>
              <a:rPr lang="en-US" b="1" dirty="0"/>
              <a:t>Instruction: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Write </a:t>
            </a:r>
            <a:r>
              <a:rPr lang="en-US" b="1" dirty="0"/>
              <a:t>one topic per Post-it</a:t>
            </a:r>
            <a:r>
              <a:rPr lang="en-US" dirty="0"/>
              <a:t> (e.g., "Math," "Online Courses," "Teen Learning").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Think about subjects, formats, user needs, and types of content.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Stick them randomly on the board.</a:t>
            </a:r>
          </a:p>
          <a:p>
            <a:r>
              <a:rPr lang="en-US" b="1" dirty="0"/>
              <a:t>Step 2: Group Similar Ideas (15 min)</a:t>
            </a:r>
          </a:p>
          <a:p>
            <a:r>
              <a:rPr lang="en-US" dirty="0"/>
              <a:t>🗂️ </a:t>
            </a:r>
            <a:r>
              <a:rPr lang="en-US" b="1" dirty="0"/>
              <a:t>Instruction: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As a group, </a:t>
            </a:r>
            <a:r>
              <a:rPr lang="en-US" b="1" dirty="0"/>
              <a:t>organize similar Post-its into clusters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Look for patterns and common themes.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Don’t force a category yet—just group logically.</a:t>
            </a:r>
          </a:p>
          <a:p>
            <a:r>
              <a:rPr lang="en-US" b="1" dirty="0"/>
              <a:t>Step 3: Define Main Categories (15 min)</a:t>
            </a:r>
          </a:p>
          <a:p>
            <a:r>
              <a:rPr lang="en-US" dirty="0"/>
              <a:t>🔠 </a:t>
            </a:r>
            <a:r>
              <a:rPr lang="en-US" b="1" dirty="0"/>
              <a:t>Instruction: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Identify </a:t>
            </a:r>
            <a:r>
              <a:rPr lang="en-US" b="1" dirty="0"/>
              <a:t>4-6 broad categories</a:t>
            </a:r>
            <a:r>
              <a:rPr lang="en-US" dirty="0"/>
              <a:t> from your groups.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Write category names on new Post-its and place them at the top.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Example: </a:t>
            </a:r>
            <a:r>
              <a:rPr lang="en-US" i="1" dirty="0"/>
              <a:t>Subjects, Learning Levels, Formats, Certifications</a:t>
            </a:r>
            <a:r>
              <a:rPr lang="en-US" dirty="0"/>
              <a:t>.</a:t>
            </a:r>
          </a:p>
          <a:p>
            <a:r>
              <a:rPr lang="en-US" b="1" dirty="0"/>
              <a:t>Step 4: Refine Subcategories (15 min)</a:t>
            </a:r>
          </a:p>
          <a:p>
            <a:r>
              <a:rPr lang="en-US" dirty="0"/>
              <a:t>📌 </a:t>
            </a:r>
            <a:r>
              <a:rPr lang="en-US" b="1" dirty="0"/>
              <a:t>Instruction: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Place specific Post-its under the most relevant main category.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Merge, rename, or refine as needed.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Example: </a:t>
            </a:r>
            <a:r>
              <a:rPr lang="en-US" i="1" dirty="0"/>
              <a:t>Subjects → Science → Biology, Chemistry, Physics</a:t>
            </a:r>
            <a:r>
              <a:rPr lang="en-US" dirty="0"/>
              <a:t>.</a:t>
            </a:r>
          </a:p>
          <a:p>
            <a:r>
              <a:rPr lang="en-US" b="1" dirty="0"/>
              <a:t>Step 5: Validate &amp; Adjust (15 min)</a:t>
            </a:r>
          </a:p>
          <a:p>
            <a:r>
              <a:rPr lang="en-US" dirty="0"/>
              <a:t>✅ </a:t>
            </a:r>
            <a:r>
              <a:rPr lang="en-US" b="1" dirty="0"/>
              <a:t>Instruction: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Ask yourself: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"Where would I find an </a:t>
            </a:r>
            <a:r>
              <a:rPr lang="en-US" b="1" dirty="0"/>
              <a:t>Intro to Biology</a:t>
            </a:r>
            <a:r>
              <a:rPr lang="en-US" dirty="0"/>
              <a:t> course?"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"How do I browse all </a:t>
            </a:r>
            <a:r>
              <a:rPr lang="en-US" b="1" dirty="0"/>
              <a:t>Certified Courses</a:t>
            </a:r>
            <a:r>
              <a:rPr lang="en-US" dirty="0"/>
              <a:t>?"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Adjust if anything is unclear or misplaced.</a:t>
            </a:r>
          </a:p>
          <a:p>
            <a:endParaRPr lang="fr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209458-76B0-492C-AE3B-5216EDE26413}" type="slidenum">
              <a:rPr lang="fr-BE" smtClean="0"/>
              <a:t>20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1653496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6258F-8BAA-B245-262E-A247F263D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2547BC-0D9E-EC5B-A130-1EBE6EEB35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80D302-A2DB-2A36-3EF2-B9C2D796BB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b="1" dirty="0"/>
              <a:t>Korak 1: Brainstorming sadržaja (10 min)</a:t>
            </a:r>
          </a:p>
          <a:p>
            <a:r>
              <a:rPr lang="hr-HR" dirty="0"/>
              <a:t>🗒️ </a:t>
            </a:r>
            <a:r>
              <a:rPr lang="hr-HR" b="1" dirty="0"/>
              <a:t>Uputa:</a:t>
            </a:r>
            <a:endParaRPr lang="hr-HR" dirty="0"/>
          </a:p>
          <a:p>
            <a:r>
              <a:rPr lang="hr-HR" dirty="0"/>
              <a:t>Napišite jednu temu na svaki Post-</a:t>
            </a:r>
            <a:r>
              <a:rPr lang="hr-HR" dirty="0" err="1"/>
              <a:t>it</a:t>
            </a:r>
            <a:r>
              <a:rPr lang="hr-HR" dirty="0"/>
              <a:t> (npr. „Matematika“, „Online tečajevi“, „Učenje za tinejdžere“).</a:t>
            </a:r>
          </a:p>
          <a:p>
            <a:r>
              <a:rPr lang="hr-HR" dirty="0"/>
              <a:t>Razmišljajte o predmetima, formatima, potrebama korisnika i vrstama sadržaja.</a:t>
            </a:r>
          </a:p>
          <a:p>
            <a:r>
              <a:rPr lang="hr-HR" dirty="0"/>
              <a:t>Zalijepite ih nasumično na ploču.</a:t>
            </a:r>
          </a:p>
          <a:p>
            <a:endParaRPr lang="hr-HR" dirty="0"/>
          </a:p>
          <a:p>
            <a:r>
              <a:rPr lang="hr-HR" b="1" dirty="0"/>
              <a:t>Korak 2: Grupiranje sličnih ideja (15 min)</a:t>
            </a:r>
          </a:p>
          <a:p>
            <a:r>
              <a:rPr lang="hr-HR" dirty="0"/>
              <a:t>🗂️ </a:t>
            </a:r>
            <a:r>
              <a:rPr lang="hr-HR" b="1" dirty="0"/>
              <a:t>Uputa:</a:t>
            </a:r>
            <a:endParaRPr lang="hr-HR" dirty="0"/>
          </a:p>
          <a:p>
            <a:r>
              <a:rPr lang="hr-HR" dirty="0"/>
              <a:t>Kao grupa organizirajte slične Post-</a:t>
            </a:r>
            <a:r>
              <a:rPr lang="hr-HR" dirty="0" err="1"/>
              <a:t>it</a:t>
            </a:r>
            <a:r>
              <a:rPr lang="hr-HR" dirty="0"/>
              <a:t> papiriće u tematske skupine.</a:t>
            </a:r>
          </a:p>
          <a:p>
            <a:r>
              <a:rPr lang="hr-HR" dirty="0"/>
              <a:t>Uočite obrasce i zajedničke teme.</a:t>
            </a:r>
          </a:p>
          <a:p>
            <a:r>
              <a:rPr lang="hr-HR" dirty="0"/>
              <a:t>Nemojte još definirati kategorije — samo ih logično grupirajte.</a:t>
            </a:r>
          </a:p>
          <a:p>
            <a:endParaRPr lang="hr-HR" dirty="0"/>
          </a:p>
          <a:p>
            <a:r>
              <a:rPr lang="hr-HR" b="1" dirty="0"/>
              <a:t>Korak 3: Definiranje glavnih kategorija (15 min)</a:t>
            </a:r>
          </a:p>
          <a:p>
            <a:r>
              <a:rPr lang="hr-HR" dirty="0"/>
              <a:t>🔠 </a:t>
            </a:r>
            <a:r>
              <a:rPr lang="hr-HR" b="1" dirty="0"/>
              <a:t>Uputa:</a:t>
            </a:r>
            <a:endParaRPr lang="hr-HR" dirty="0"/>
          </a:p>
          <a:p>
            <a:r>
              <a:rPr lang="hr-HR" dirty="0"/>
              <a:t>Iz postojećih skupina identificirajte 4–6 širih kategorija.</a:t>
            </a:r>
          </a:p>
          <a:p>
            <a:r>
              <a:rPr lang="hr-HR" dirty="0"/>
              <a:t>Napišite nazive kategorija na nove Post-</a:t>
            </a:r>
            <a:r>
              <a:rPr lang="hr-HR" dirty="0" err="1"/>
              <a:t>it</a:t>
            </a:r>
            <a:r>
              <a:rPr lang="hr-HR" dirty="0"/>
              <a:t> papiriće i postavite ih na vrh.</a:t>
            </a:r>
          </a:p>
          <a:p>
            <a:r>
              <a:rPr lang="hr-HR" dirty="0"/>
              <a:t>Primjer: Predmeti, Razine učenja, Formati, Certifikati.</a:t>
            </a:r>
          </a:p>
          <a:p>
            <a:endParaRPr lang="hr-HR" dirty="0"/>
          </a:p>
          <a:p>
            <a:r>
              <a:rPr lang="hr-HR" b="1" dirty="0"/>
              <a:t>Korak 4: Dorada potkategorija (15 min)</a:t>
            </a:r>
          </a:p>
          <a:p>
            <a:r>
              <a:rPr lang="hr-HR" dirty="0"/>
              <a:t>📌 </a:t>
            </a:r>
            <a:r>
              <a:rPr lang="hr-HR" b="1" dirty="0"/>
              <a:t>Uputa:</a:t>
            </a:r>
            <a:endParaRPr lang="hr-HR" dirty="0"/>
          </a:p>
          <a:p>
            <a:r>
              <a:rPr lang="hr-HR" dirty="0"/>
              <a:t>Postavite pojedine Post-</a:t>
            </a:r>
            <a:r>
              <a:rPr lang="hr-HR" dirty="0" err="1"/>
              <a:t>it</a:t>
            </a:r>
            <a:r>
              <a:rPr lang="hr-HR" dirty="0"/>
              <a:t> papiriće ispod najrelevantnije glavne kategorije.</a:t>
            </a:r>
          </a:p>
          <a:p>
            <a:r>
              <a:rPr lang="hr-HR" dirty="0"/>
              <a:t>Po potrebi spajajte, preimenujte ili doradite nazive.</a:t>
            </a:r>
          </a:p>
          <a:p>
            <a:r>
              <a:rPr lang="hr-HR" dirty="0"/>
              <a:t>Primjer: Predmeti → Znanost → Biologija, Kemija, Fizika.</a:t>
            </a:r>
          </a:p>
          <a:p>
            <a:endParaRPr lang="hr-HR" dirty="0"/>
          </a:p>
          <a:p>
            <a:r>
              <a:rPr lang="hr-HR" b="1" dirty="0"/>
              <a:t>Korak 5: Provjera i prilagodba (15 min)</a:t>
            </a:r>
          </a:p>
          <a:p>
            <a:r>
              <a:rPr lang="hr-HR" dirty="0"/>
              <a:t>✅ </a:t>
            </a:r>
            <a:r>
              <a:rPr lang="hr-HR" b="1" dirty="0"/>
              <a:t>Uputa:</a:t>
            </a:r>
            <a:br>
              <a:rPr lang="hr-HR" dirty="0"/>
            </a:br>
            <a:r>
              <a:rPr lang="hr-HR" dirty="0"/>
              <a:t>Postavite si pitanja:</a:t>
            </a:r>
          </a:p>
          <a:p>
            <a:r>
              <a:rPr lang="hr-HR" dirty="0"/>
              <a:t>„Gdje bih pronašao/la tečaj Uvod u biologiju?“</a:t>
            </a:r>
          </a:p>
          <a:p>
            <a:r>
              <a:rPr lang="hr-HR" dirty="0"/>
              <a:t>„Kako mogu pregledati sve certificirane tečajeve?“</a:t>
            </a:r>
          </a:p>
          <a:p>
            <a:r>
              <a:rPr lang="hr-HR" dirty="0"/>
              <a:t>Ako je nešto nejasno ili pogrešno smješteno, prilagodite strukturu.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D4B87F-DACB-4A04-FAC7-7368C9039C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209458-76B0-492C-AE3B-5216EDE26413}" type="slidenum">
              <a:rPr lang="fr-BE" smtClean="0"/>
              <a:t>21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7496242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53593-1CB7-2660-F95A-BD70081C0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90A0C1-EF0A-B3E0-5360-F79196FC8F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4C077E-0BE6-A6CA-FDF9-BFA743D214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FFD37C-52E7-2BDB-5D83-A8DFFD6888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209458-76B0-492C-AE3B-5216EDE26413}" type="slidenum">
              <a:rPr lang="fr-BE" smtClean="0"/>
              <a:t>22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846817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071BB-53CC-BF63-E1AA-6B30234DE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6E6275-3E26-662B-4806-D1CAE01A99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25E95B-AAB4-80AB-470C-9605D67CF1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F48AD8-0F35-13C0-1356-04CAEEAF31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209458-76B0-492C-AE3B-5216EDE26413}" type="slidenum">
              <a:rPr lang="fr-BE" smtClean="0"/>
              <a:t>23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0726614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209458-76B0-492C-AE3B-5216EDE26413}" type="slidenum">
              <a:rPr lang="fr-BE" smtClean="0"/>
              <a:t>24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6458043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3A361-F8A5-FF87-7E55-B3FC10BC9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2CA886-408C-A42E-AED7-3F5E700891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8EBE75-BAC1-B63D-3D1F-B3306EFBBB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Trajanje</a:t>
            </a:r>
            <a:r>
              <a:rPr lang="fr-BE" dirty="0"/>
              <a:t> : +/- 60 </a:t>
            </a:r>
            <a:r>
              <a:rPr lang="fr-BE" dirty="0" err="1"/>
              <a:t>minut</a:t>
            </a:r>
            <a:r>
              <a:rPr lang="hr-HR" dirty="0"/>
              <a:t>a</a:t>
            </a:r>
            <a:endParaRPr lang="fr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1FCBEE-BBBB-5B51-EB32-7BEC3811F0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209458-76B0-492C-AE3B-5216EDE26413}" type="slidenum">
              <a:rPr lang="fr-BE" smtClean="0"/>
              <a:t>25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471389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/>
              <a:t>Duration: +/- 60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209458-76B0-492C-AE3B-5216EDE26413}" type="slidenum">
              <a:rPr lang="fr-BE" smtClean="0"/>
              <a:t>28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12845668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/>
              <a:t>Duration: 15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209458-76B0-492C-AE3B-5216EDE26413}" type="slidenum">
              <a:rPr lang="fr-BE" smtClean="0"/>
              <a:t>30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4272591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209458-76B0-492C-AE3B-5216EDE26413}" type="slidenum">
              <a:rPr lang="fr-BE" smtClean="0"/>
              <a:t>32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6617493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209458-76B0-492C-AE3B-5216EDE26413}" type="slidenum">
              <a:rPr lang="fr-BE" smtClean="0"/>
              <a:t>33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5313224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2528A-504D-42C8-8112-D4335BF0C069}" type="slidenum">
              <a:rPr lang="fr-BE" smtClean="0"/>
              <a:t>35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4366407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AA517-CF63-CE67-2792-8F94C7AED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13B826-EC06-EA15-4966-96D39C55DD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DCA2F6-BC48-162E-7612-6E9C5C0D3D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132847-719B-7433-1CD5-27A56FFAC1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2528A-504D-42C8-8112-D4335BF0C069}" type="slidenum">
              <a:rPr lang="fr-BE" smtClean="0"/>
              <a:t>36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176562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Slika 13">
            <a:extLst>
              <a:ext uri="{FF2B5EF4-FFF2-40B4-BE49-F238E27FC236}">
                <a16:creationId xmlns:a16="http://schemas.microsoft.com/office/drawing/2014/main" id="{8FBD081C-E6C2-807B-F622-45A52F57D6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28"/>
            <a:ext cx="12192000" cy="6857142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00F290A5-665D-F2E4-352E-051E267BCC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55653" y="2468084"/>
            <a:ext cx="9144000" cy="2387600"/>
          </a:xfrm>
        </p:spPr>
        <p:txBody>
          <a:bodyPr anchor="b"/>
          <a:lstStyle>
            <a:lvl1pPr algn="r">
              <a:defRPr sz="6000">
                <a:latin typeface="Montserrat" panose="00000500000000000000" pitchFamily="2" charset="-18"/>
              </a:defRPr>
            </a:lvl1pPr>
          </a:lstStyle>
          <a:p>
            <a:r>
              <a:rPr lang="hr-HR" dirty="0"/>
              <a:t>DOCUMENT TITLE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7A61E420-EBAD-A9E6-F448-076E17D0F2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455653" y="4947759"/>
            <a:ext cx="9144000" cy="1655762"/>
          </a:xfrm>
        </p:spPr>
        <p:txBody>
          <a:bodyPr/>
          <a:lstStyle>
            <a:lvl1pPr marL="0" indent="0" algn="r">
              <a:buNone/>
              <a:defRPr sz="2400">
                <a:latin typeface="Montserrat" panose="00000500000000000000" pitchFamily="2" charset="-1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 dirty="0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163797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lika 8">
            <a:extLst>
              <a:ext uri="{FF2B5EF4-FFF2-40B4-BE49-F238E27FC236}">
                <a16:creationId xmlns:a16="http://schemas.microsoft.com/office/drawing/2014/main" id="{1E9C26A1-6687-A87D-1AE0-CDCFC63DA5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28"/>
            <a:ext cx="12192000" cy="6857142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00F290A5-665D-F2E4-352E-051E267BCC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55653" y="3382477"/>
            <a:ext cx="9144000" cy="2387600"/>
          </a:xfrm>
        </p:spPr>
        <p:txBody>
          <a:bodyPr anchor="b"/>
          <a:lstStyle>
            <a:lvl1pPr algn="r">
              <a:defRPr sz="4800">
                <a:latin typeface="Bahnschrift" panose="020B0502040204020203" pitchFamily="34" charset="0"/>
              </a:defRPr>
            </a:lvl1pPr>
          </a:lstStyle>
          <a:p>
            <a:r>
              <a:rPr lang="hr-HR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1626622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lika 9" descr="Slika na kojoj se prikazuje crta, snimka zaslona, šarenilo, dizajn&#10;&#10;Opis je automatski generiran">
            <a:extLst>
              <a:ext uri="{FF2B5EF4-FFF2-40B4-BE49-F238E27FC236}">
                <a16:creationId xmlns:a16="http://schemas.microsoft.com/office/drawing/2014/main" id="{7D3E6235-77BD-81C2-1C4B-460BFF2AC5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r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 dirty="0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1601275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Slika 7" descr="Slika na kojoj se prikazuje crta, snimka zaslona, šarenilo, dizajn">
            <a:extLst>
              <a:ext uri="{FF2B5EF4-FFF2-40B4-BE49-F238E27FC236}">
                <a16:creationId xmlns:a16="http://schemas.microsoft.com/office/drawing/2014/main" id="{813DD7BB-6C45-D079-40C8-D9AAFA3351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E69C0126-D498-D7EF-F08C-471CA839C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r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E0915537-B2D1-B872-5BC6-E6A6498B82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</a:lstStyle>
          <a:p>
            <a:pPr lvl="0"/>
            <a:r>
              <a:rPr lang="hr-HR" dirty="0"/>
              <a:t>Kliknite da biste uredili matrice</a:t>
            </a:r>
          </a:p>
        </p:txBody>
      </p:sp>
      <p:sp>
        <p:nvSpPr>
          <p:cNvPr id="4" name="Rezervirano mjesto sadržaja 3">
            <a:extLst>
              <a:ext uri="{FF2B5EF4-FFF2-40B4-BE49-F238E27FC236}">
                <a16:creationId xmlns:a16="http://schemas.microsoft.com/office/drawing/2014/main" id="{6E429AF7-3B52-7B21-C5E7-7BA86CDA8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130842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ka 4">
            <a:extLst>
              <a:ext uri="{FF2B5EF4-FFF2-40B4-BE49-F238E27FC236}">
                <a16:creationId xmlns:a16="http://schemas.microsoft.com/office/drawing/2014/main" id="{8A7D5785-C017-9CDE-887E-053A663A78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28"/>
            <a:ext cx="12192000" cy="6857142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00F290A5-665D-F2E4-352E-051E267BCC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55653" y="3382477"/>
            <a:ext cx="9144000" cy="2387600"/>
          </a:xfrm>
        </p:spPr>
        <p:txBody>
          <a:bodyPr anchor="b"/>
          <a:lstStyle>
            <a:lvl1pPr algn="r">
              <a:defRPr sz="4800">
                <a:latin typeface="Bahnschrift" panose="020B0502040204020203" pitchFamily="34" charset="0"/>
              </a:defRPr>
            </a:lvl1pPr>
          </a:lstStyle>
          <a:p>
            <a:r>
              <a:rPr lang="hr-HR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3811607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ka 4" descr="Slika na kojoj se prikazuje crta, alat, dizajn&#10;&#10;Opis je automatski generiran">
            <a:extLst>
              <a:ext uri="{FF2B5EF4-FFF2-40B4-BE49-F238E27FC236}">
                <a16:creationId xmlns:a16="http://schemas.microsoft.com/office/drawing/2014/main" id="{7174B7B0-D794-7A54-5CF6-E0A21E0E58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r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 dirty="0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3498932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_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ka 5">
            <a:extLst>
              <a:ext uri="{FF2B5EF4-FFF2-40B4-BE49-F238E27FC236}">
                <a16:creationId xmlns:a16="http://schemas.microsoft.com/office/drawing/2014/main" id="{78154B72-B9D9-7CC8-2522-C7E3F4476C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E69C0126-D498-D7EF-F08C-471CA839C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r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E0915537-B2D1-B872-5BC6-E6A6498B82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</a:lstStyle>
          <a:p>
            <a:pPr lvl="0"/>
            <a:r>
              <a:rPr lang="hr-HR" dirty="0"/>
              <a:t>Kliknite da biste uredili matrice</a:t>
            </a:r>
          </a:p>
        </p:txBody>
      </p:sp>
      <p:sp>
        <p:nvSpPr>
          <p:cNvPr id="4" name="Rezervirano mjesto sadržaja 3">
            <a:extLst>
              <a:ext uri="{FF2B5EF4-FFF2-40B4-BE49-F238E27FC236}">
                <a16:creationId xmlns:a16="http://schemas.microsoft.com/office/drawing/2014/main" id="{6E429AF7-3B52-7B21-C5E7-7BA86CDA8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638972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1_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ka 6">
            <a:extLst>
              <a:ext uri="{FF2B5EF4-FFF2-40B4-BE49-F238E27FC236}">
                <a16:creationId xmlns:a16="http://schemas.microsoft.com/office/drawing/2014/main" id="{E1102532-B18A-F116-ED3D-C3E4F6576C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428"/>
            <a:ext cx="12191998" cy="6857142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DISCUSSION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 dirty="0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462217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2_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ka 6">
            <a:extLst>
              <a:ext uri="{FF2B5EF4-FFF2-40B4-BE49-F238E27FC236}">
                <a16:creationId xmlns:a16="http://schemas.microsoft.com/office/drawing/2014/main" id="{E1102532-B18A-F116-ED3D-C3E4F6576C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428"/>
            <a:ext cx="12191998" cy="6857141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EXERCISE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 dirty="0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2545302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3_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ka 6">
            <a:extLst>
              <a:ext uri="{FF2B5EF4-FFF2-40B4-BE49-F238E27FC236}">
                <a16:creationId xmlns:a16="http://schemas.microsoft.com/office/drawing/2014/main" id="{E1102532-B18A-F116-ED3D-C3E4F6576C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" y="428"/>
            <a:ext cx="12191996" cy="6857141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HOMEWORK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 dirty="0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52130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4_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ka 6">
            <a:extLst>
              <a:ext uri="{FF2B5EF4-FFF2-40B4-BE49-F238E27FC236}">
                <a16:creationId xmlns:a16="http://schemas.microsoft.com/office/drawing/2014/main" id="{E1102532-B18A-F116-ED3D-C3E4F6576C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" y="428"/>
            <a:ext cx="12191996" cy="6857140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ASSESSMENTS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 dirty="0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5136237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5_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ka 6">
            <a:extLst>
              <a:ext uri="{FF2B5EF4-FFF2-40B4-BE49-F238E27FC236}">
                <a16:creationId xmlns:a16="http://schemas.microsoft.com/office/drawing/2014/main" id="{E1102532-B18A-F116-ED3D-C3E4F6576C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" y="428"/>
            <a:ext cx="12191994" cy="6857140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ADDITIONAL READING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 dirty="0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7215969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6_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ka 6">
            <a:extLst>
              <a:ext uri="{FF2B5EF4-FFF2-40B4-BE49-F238E27FC236}">
                <a16:creationId xmlns:a16="http://schemas.microsoft.com/office/drawing/2014/main" id="{E1102532-B18A-F116-ED3D-C3E4F6576C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" y="428"/>
            <a:ext cx="12191994" cy="6857139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RESOURCES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 dirty="0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17585101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Završ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lika 8">
            <a:extLst>
              <a:ext uri="{FF2B5EF4-FFF2-40B4-BE49-F238E27FC236}">
                <a16:creationId xmlns:a16="http://schemas.microsoft.com/office/drawing/2014/main" id="{1E9C26A1-6687-A87D-1AE0-CDCFC63DA5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428"/>
            <a:ext cx="12191998" cy="685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8270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F6218-7FD0-4DD6-AFC5-08C4A05D6C0B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2C487-0981-408E-B048-5940796DAF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0715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rilagođeni izgl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ka 6" descr="Slika na kojoj se prikazuje snimka zaslona, crta, dizajn&#10;&#10;Sadržaj generiran umjetnom inteligencijom može biti netočan.">
            <a:extLst>
              <a:ext uri="{FF2B5EF4-FFF2-40B4-BE49-F238E27FC236}">
                <a16:creationId xmlns:a16="http://schemas.microsoft.com/office/drawing/2014/main" id="{06B022C9-54E7-BB73-8A26-59E11FA9C3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BF2A96D7-17D5-D8FA-1A2A-53ABEC2070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r-HR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446658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naslova 1">
            <a:extLst>
              <a:ext uri="{FF2B5EF4-FFF2-40B4-BE49-F238E27FC236}">
                <a16:creationId xmlns:a16="http://schemas.microsoft.com/office/drawing/2014/main" id="{1B650DF9-2458-1434-6EFF-3D965EDC4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r-HR" dirty="0"/>
              <a:t>Kliknite da biste uredili stil naslova matrice</a:t>
            </a:r>
          </a:p>
        </p:txBody>
      </p:sp>
      <p:sp>
        <p:nvSpPr>
          <p:cNvPr id="3" name="Rezervirano mjesto teksta 2">
            <a:extLst>
              <a:ext uri="{FF2B5EF4-FFF2-40B4-BE49-F238E27FC236}">
                <a16:creationId xmlns:a16="http://schemas.microsoft.com/office/drawing/2014/main" id="{76C6E5EE-2B8F-9019-690C-3AF0A69B8C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470CF1CA-F427-A5AF-96AA-671002CD74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63B997-549E-41F4-A1E4-B0CF42B49EF1}" type="datetimeFigureOut">
              <a:rPr lang="hr-HR" smtClean="0"/>
              <a:t>3.3.2026.</a:t>
            </a:fld>
            <a:endParaRPr lang="hr-HR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8D829544-1FE5-4ED0-6A51-373B245680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33A67201-5F88-A086-59F5-4A06FA6BE0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CDD723-16A0-42C8-A963-6C8D73A0AD4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897513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4" r:id="rId2"/>
    <p:sldLayoutId id="2147483650" r:id="rId3"/>
    <p:sldLayoutId id="2147483659" r:id="rId4"/>
    <p:sldLayoutId id="2147483666" r:id="rId5"/>
    <p:sldLayoutId id="2147483652" r:id="rId6"/>
    <p:sldLayoutId id="2147483661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69" r:id="rId14"/>
    <p:sldLayoutId id="2147483682" r:id="rId15"/>
    <p:sldLayoutId id="2147483683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makeameme.org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medium.com/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ebfx.com/blog/web-design/website-navigation-examples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bir.ch/blog/why-are-cookies-in-a-browser-called-cookies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theguardian.com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www.tomazlaven.se/ordsprak-visdomsord-och-citat-om-livet/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mockplus.com/learn/wireframe/website-wireframe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diagrams.net/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www.smartdraw.com/software/tree-diagram-maker.htm?srsltid=AfmBOoo_MX-fU3juv1_FG549CxM11Xj_oQgbQ07DSpbFPAHYkah_MnXi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mockflow.com/blog/wireframing-for-mobile-apps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decode.agency/article/mobile-app-wireframe-examples/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balsamiq.com/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4.jpg"/><Relationship Id="rId4" Type="http://schemas.openxmlformats.org/officeDocument/2006/relationships/hyperlink" Target="http://www.makeameme.org/" TargetMode="Externa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hyperlink" Target="https://uxplanet.org/information-architecture-design-a-step-by-step-guide-41dcd4405ee3" TargetMode="External"/><Relationship Id="rId13" Type="http://schemas.openxmlformats.org/officeDocument/2006/relationships/hyperlink" Target="https://www.gluo.mx/en-US/blog/taxonomy-ux-que-es-beneficios-y-mejores-practicas" TargetMode="External"/><Relationship Id="rId3" Type="http://schemas.openxmlformats.org/officeDocument/2006/relationships/hyperlink" Target="https://www.lyssna.com/blog/information-architecture-in-ux/" TargetMode="External"/><Relationship Id="rId7" Type="http://schemas.openxmlformats.org/officeDocument/2006/relationships/hyperlink" Target="https://optimisation-conversion.com/larchitecture-de-linformation/#:~:text=Une%20d%C3%A9finition%20Information%20Architecture,et%20en%20faciliter%20l'usage." TargetMode="External"/><Relationship Id="rId12" Type="http://schemas.openxmlformats.org/officeDocument/2006/relationships/hyperlink" Target="https://www.nngroup.com/articles/taxonomy-101/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medium.com/design-bootcamp/dan-browns-eight-useful-principles-of-information-architecture-74caf4df6802" TargetMode="External"/><Relationship Id="rId11" Type="http://schemas.openxmlformats.org/officeDocument/2006/relationships/hyperlink" Target="https://careerfoundry.com/en/blog/ui-design/ui-breadcrumbs/" TargetMode="External"/><Relationship Id="rId5" Type="http://schemas.openxmlformats.org/officeDocument/2006/relationships/hyperlink" Target="https://careerfoundry.com/en/blog/ux-design/a-beginners-guide-to-information-architecture/" TargetMode="External"/><Relationship Id="rId10" Type="http://schemas.openxmlformats.org/officeDocument/2006/relationships/hyperlink" Target="https://www.smashingmagazine.com/2009/03/breadcrumbs-in-web-design-examples-and-best-practices/" TargetMode="External"/><Relationship Id="rId4" Type="http://schemas.openxmlformats.org/officeDocument/2006/relationships/hyperlink" Target="https://careerfoundry.com/en/blog/ux-design/what-is-information-architecture/" TargetMode="External"/><Relationship Id="rId9" Type="http://schemas.openxmlformats.org/officeDocument/2006/relationships/hyperlink" Target="https://propeller.com/blog/designing-better-b2b-e-commerce-experiences-information-architecture-and-ux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vwo.com/blog/why-use-breadcrumbs/" TargetMode="External"/><Relationship Id="rId2" Type="http://schemas.openxmlformats.org/officeDocument/2006/relationships/hyperlink" Target="https://uxbooth.com/articles/introduction-to-taxonomies/" TargetMode="Externa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decode.agency/article/low-fidelity-vs-high-fidelity-wireframes/" TargetMode="External"/><Relationship Id="rId5" Type="http://schemas.openxmlformats.org/officeDocument/2006/relationships/hyperlink" Target="https://www.interaction-design.org/literature/topics/navigation?srsltid=AfmBOoqKAZR8MKaiBVBKoPy90tz1ufiwats-0hLoHr5oMwqg_30CfSI3#what_types_of_navigation_are_there?-2" TargetMode="External"/><Relationship Id="rId4" Type="http://schemas.openxmlformats.org/officeDocument/2006/relationships/hyperlink" Target="https://uxdesign.cc/a-tree-based-web-applications-ux-planning-approach-in-5-simple-steps-ea2b80eefc8c" TargetMode="Externa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hyperlink" Target="https://uxplanet.org/information-architecture-design-a-step-by-step-guide-41dcd4405ee3" TargetMode="External"/><Relationship Id="rId13" Type="http://schemas.openxmlformats.org/officeDocument/2006/relationships/hyperlink" Target="https://www.gluo.mx/en-US/blog/taxonomy-ux-que-es-beneficios-y-mejores-practicas" TargetMode="External"/><Relationship Id="rId3" Type="http://schemas.openxmlformats.org/officeDocument/2006/relationships/hyperlink" Target="https://www.lyssna.com/blog/information-architecture-in-ux/" TargetMode="External"/><Relationship Id="rId7" Type="http://schemas.openxmlformats.org/officeDocument/2006/relationships/hyperlink" Target="https://optimisation-conversion.com/larchitecture-de-linformation/#:~:text=Une%20d%C3%A9finition%20Information%20Architecture,et%20en%20faciliter%20l'usage." TargetMode="External"/><Relationship Id="rId12" Type="http://schemas.openxmlformats.org/officeDocument/2006/relationships/hyperlink" Target="https://www.nngroup.com/articles/taxonomy-101/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medium.com/design-bootcamp/dan-browns-eight-useful-principles-of-information-architecture-74caf4df6802" TargetMode="External"/><Relationship Id="rId11" Type="http://schemas.openxmlformats.org/officeDocument/2006/relationships/hyperlink" Target="https://careerfoundry.com/en/blog/ui-design/ui-breadcrumbs/" TargetMode="External"/><Relationship Id="rId5" Type="http://schemas.openxmlformats.org/officeDocument/2006/relationships/hyperlink" Target="https://careerfoundry.com/en/blog/ux-design/a-beginners-guide-to-information-architecture/" TargetMode="External"/><Relationship Id="rId10" Type="http://schemas.openxmlformats.org/officeDocument/2006/relationships/hyperlink" Target="https://www.smashingmagazine.com/2009/03/breadcrumbs-in-web-design-examples-and-best-practices/" TargetMode="External"/><Relationship Id="rId4" Type="http://schemas.openxmlformats.org/officeDocument/2006/relationships/hyperlink" Target="https://careerfoundry.com/en/blog/ux-design/what-is-information-architecture/" TargetMode="External"/><Relationship Id="rId9" Type="http://schemas.openxmlformats.org/officeDocument/2006/relationships/hyperlink" Target="https://propeller.com/blog/designing-better-b2b-e-commerce-experiences-information-architecture-and-ux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uxbooth.com/articles/introduction-to-taxonomies/" TargetMode="External"/><Relationship Id="rId7" Type="http://schemas.openxmlformats.org/officeDocument/2006/relationships/hyperlink" Target="https://decode.agency/article/low-fidelity-vs-high-fidelity-wireframes/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interaction-design.org/literature/topics/navigation?srsltid=AfmBOoqKAZR8MKaiBVBKoPy90tz1ufiwats-0hLoHr5oMwqg_30CfSI3#what_types_of_navigation_are_there?-2" TargetMode="External"/><Relationship Id="rId5" Type="http://schemas.openxmlformats.org/officeDocument/2006/relationships/hyperlink" Target="https://uxdesign.cc/a-tree-based-web-applications-ux-planning-approach-in-5-simple-steps-ea2b80eefc8c" TargetMode="External"/><Relationship Id="rId4" Type="http://schemas.openxmlformats.org/officeDocument/2006/relationships/hyperlink" Target="https://vwo.com/blog/why-use-breadcrumb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slov 3">
            <a:extLst>
              <a:ext uri="{FF2B5EF4-FFF2-40B4-BE49-F238E27FC236}">
                <a16:creationId xmlns:a16="http://schemas.microsoft.com/office/drawing/2014/main" id="{4022C4E9-1E70-8866-3479-A24FD93D0C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BE" dirty="0"/>
              <a:t>SHIFT4IT</a:t>
            </a:r>
            <a:endParaRPr lang="hr-HR" dirty="0"/>
          </a:p>
        </p:txBody>
      </p:sp>
      <p:sp>
        <p:nvSpPr>
          <p:cNvPr id="5" name="Podnaslov 4">
            <a:extLst>
              <a:ext uri="{FF2B5EF4-FFF2-40B4-BE49-F238E27FC236}">
                <a16:creationId xmlns:a16="http://schemas.microsoft.com/office/drawing/2014/main" id="{2D59F4E1-B531-21D4-1874-34304F7DAD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Nunito" pitchFamily="2" charset="0"/>
              </a:rPr>
              <a:t>Shifting the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Nunito" pitchFamily="2" charset="0"/>
              </a:rPr>
              <a:t>paradygm</a:t>
            </a:r>
            <a:r>
              <a:rPr lang="en-US" b="0" i="0" dirty="0">
                <a:solidFill>
                  <a:srgbClr val="000000"/>
                </a:solidFill>
                <a:effectLst/>
                <a:latin typeface="Nunito" pitchFamily="2" charset="0"/>
              </a:rPr>
              <a:t> for women in IT sector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95518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C79E6-C6C9-E93D-97AA-EEB0288B0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A2059-B97F-49FA-981F-F28957E3BF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Informa</a:t>
            </a:r>
            <a:r>
              <a:rPr lang="hr-HR" dirty="0" err="1"/>
              <a:t>cijska</a:t>
            </a:r>
            <a:r>
              <a:rPr lang="hr-HR" dirty="0"/>
              <a:t> arhitektura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454177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D0177-B953-40CD-352C-1886B9DF8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sz="3600" dirty="0">
                <a:latin typeface="Bahnschrift SemiBold"/>
              </a:rPr>
              <a:t>Sažetak</a:t>
            </a:r>
            <a:endParaRPr lang="fr-BE" sz="3600" dirty="0">
              <a:latin typeface="Bahnschrift Semi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008594-8ECA-0466-27B4-44C981137F8C}"/>
              </a:ext>
            </a:extLst>
          </p:cNvPr>
          <p:cNvSpPr txBox="1"/>
          <p:nvPr/>
        </p:nvSpPr>
        <p:spPr>
          <a:xfrm>
            <a:off x="733192" y="1690688"/>
            <a:ext cx="1072561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ahnschrift SemiLight" panose="020B0502040204020203" pitchFamily="34" charset="0"/>
              </a:rPr>
              <a:t>U </a:t>
            </a:r>
            <a:r>
              <a:rPr lang="en-US" dirty="0" err="1">
                <a:latin typeface="Bahnschrift SemiLight" panose="020B0502040204020203" pitchFamily="34" charset="0"/>
              </a:rPr>
              <a:t>ovoj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lekciji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istražit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ćete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osnove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informacijske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arhitekture</a:t>
            </a:r>
            <a:r>
              <a:rPr lang="en-US" dirty="0">
                <a:latin typeface="Bahnschrift SemiLight" panose="020B0502040204020203" pitchFamily="34" charset="0"/>
              </a:rPr>
              <a:t> (IA) — </a:t>
            </a:r>
            <a:r>
              <a:rPr lang="en-US" dirty="0" err="1">
                <a:latin typeface="Bahnschrift SemiLight" panose="020B0502040204020203" pitchFamily="34" charset="0"/>
              </a:rPr>
              <a:t>prakse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organiziranja</a:t>
            </a:r>
            <a:r>
              <a:rPr lang="en-US" dirty="0">
                <a:latin typeface="Bahnschrift SemiLight" panose="020B0502040204020203" pitchFamily="34" charset="0"/>
              </a:rPr>
              <a:t>, </a:t>
            </a:r>
            <a:r>
              <a:rPr lang="en-US" dirty="0" err="1">
                <a:latin typeface="Bahnschrift SemiLight" panose="020B0502040204020203" pitchFamily="34" charset="0"/>
              </a:rPr>
              <a:t>strukturiranja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i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označavanja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sadržaja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na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jasan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i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smislen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način</a:t>
            </a:r>
            <a:r>
              <a:rPr lang="en-US" dirty="0">
                <a:latin typeface="Bahnschrift SemiLight" panose="020B0502040204020203" pitchFamily="34" charset="0"/>
              </a:rPr>
              <a:t>.</a:t>
            </a:r>
            <a:endParaRPr lang="hr-HR" dirty="0">
              <a:latin typeface="Bahnschrift SemiLight" panose="020B0502040204020203" pitchFamily="34" charset="0"/>
            </a:endParaRPr>
          </a:p>
          <a:p>
            <a:endParaRPr lang="hr-HR" dirty="0">
              <a:latin typeface="Bahnschrift SemiLight" panose="020B0502040204020203" pitchFamily="34" charset="0"/>
            </a:endParaRPr>
          </a:p>
          <a:p>
            <a:r>
              <a:rPr lang="en-US" dirty="0" err="1">
                <a:latin typeface="Bahnschrift SemiLight" panose="020B0502040204020203" pitchFamily="34" charset="0"/>
              </a:rPr>
              <a:t>Informacijska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arhitektura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pomaže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korisnicima</a:t>
            </a:r>
            <a:r>
              <a:rPr lang="en-US" dirty="0">
                <a:latin typeface="Bahnschrift SemiLight" panose="020B0502040204020203" pitchFamily="34" charset="0"/>
              </a:rPr>
              <a:t> da </a:t>
            </a:r>
            <a:r>
              <a:rPr lang="en-US" dirty="0" err="1">
                <a:latin typeface="Bahnschrift SemiLight" panose="020B0502040204020203" pitchFamily="34" charset="0"/>
              </a:rPr>
              <a:t>brzo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i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učinkovito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pronađu</a:t>
            </a:r>
            <a:r>
              <a:rPr lang="en-US" dirty="0">
                <a:latin typeface="Bahnschrift SemiLight" panose="020B0502040204020203" pitchFamily="34" charset="0"/>
              </a:rPr>
              <a:t> ono </a:t>
            </a:r>
            <a:r>
              <a:rPr lang="en-US" dirty="0" err="1">
                <a:latin typeface="Bahnschrift SemiLight" panose="020B0502040204020203" pitchFamily="34" charset="0"/>
              </a:rPr>
              <a:t>što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im</a:t>
            </a:r>
            <a:r>
              <a:rPr lang="en-US" dirty="0">
                <a:latin typeface="Bahnschrift SemiLight" panose="020B0502040204020203" pitchFamily="34" charset="0"/>
              </a:rPr>
              <a:t> je </a:t>
            </a:r>
            <a:r>
              <a:rPr lang="en-US" dirty="0" err="1">
                <a:latin typeface="Bahnschrift SemiLight" panose="020B0502040204020203" pitchFamily="34" charset="0"/>
              </a:rPr>
              <a:t>potrebno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omogućujući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logične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navigacijske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sustave</a:t>
            </a:r>
            <a:r>
              <a:rPr lang="en-US" dirty="0">
                <a:latin typeface="Bahnschrift SemiLight" panose="020B0502040204020203" pitchFamily="34" charset="0"/>
              </a:rPr>
              <a:t>, </a:t>
            </a:r>
            <a:r>
              <a:rPr lang="en-US" dirty="0" err="1">
                <a:latin typeface="Bahnschrift SemiLight" panose="020B0502040204020203" pitchFamily="34" charset="0"/>
              </a:rPr>
              <a:t>intuitivnu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strukturu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stranice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i</a:t>
            </a:r>
            <a:r>
              <a:rPr lang="en-US" dirty="0">
                <a:latin typeface="Bahnschrift SemiLight" panose="020B0502040204020203" pitchFamily="34" charset="0"/>
              </a:rPr>
              <a:t> dobro </a:t>
            </a:r>
            <a:r>
              <a:rPr lang="en-US" dirty="0" err="1">
                <a:latin typeface="Bahnschrift SemiLight" panose="020B0502040204020203" pitchFamily="34" charset="0"/>
              </a:rPr>
              <a:t>organiziran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sadržaj</a:t>
            </a:r>
            <a:r>
              <a:rPr lang="en-US" dirty="0">
                <a:latin typeface="Bahnschrift SemiLight" panose="020B0502040204020203" pitchFamily="34" charset="0"/>
              </a:rPr>
              <a:t>.</a:t>
            </a:r>
            <a:endParaRPr lang="hr-HR" dirty="0">
              <a:latin typeface="Bahnschrift SemiLight" panose="020B0502040204020203" pitchFamily="34" charset="0"/>
            </a:endParaRPr>
          </a:p>
          <a:p>
            <a:endParaRPr lang="hr-HR" dirty="0">
              <a:latin typeface="Bahnschrift SemiLight" panose="020B0502040204020203" pitchFamily="34" charset="0"/>
            </a:endParaRPr>
          </a:p>
          <a:p>
            <a:r>
              <a:rPr lang="en-US" dirty="0" err="1">
                <a:latin typeface="Bahnschrift SemiLight" panose="020B0502040204020203" pitchFamily="34" charset="0"/>
              </a:rPr>
              <a:t>Obradit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ćete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ključne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elemente</a:t>
            </a:r>
            <a:r>
              <a:rPr lang="en-US" dirty="0">
                <a:latin typeface="Bahnschrift SemiLight" panose="020B0502040204020203" pitchFamily="34" charset="0"/>
              </a:rPr>
              <a:t> IA, </a:t>
            </a:r>
            <a:r>
              <a:rPr lang="en-US" dirty="0" err="1">
                <a:latin typeface="Bahnschrift SemiLight" panose="020B0502040204020203" pitchFamily="34" charset="0"/>
              </a:rPr>
              <a:t>kao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što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su</a:t>
            </a:r>
            <a:r>
              <a:rPr lang="en-US" dirty="0">
                <a:latin typeface="Bahnschrift SemiLight" panose="020B0502040204020203" pitchFamily="34" charset="0"/>
              </a:rPr>
              <a:t>:</a:t>
            </a:r>
            <a:endParaRPr lang="hr-HR" dirty="0">
              <a:latin typeface="Bahnschrift SemiLigh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Bahnschrift SemiLight" panose="020B0502040204020203" pitchFamily="34" charset="0"/>
              </a:rPr>
              <a:t>korisnički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tokovi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i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putanje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zadataka</a:t>
            </a:r>
            <a:endParaRPr lang="hr-HR" dirty="0">
              <a:latin typeface="Bahnschrift SemiLigh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Bahnschrift SemiLight" panose="020B0502040204020203" pitchFamily="34" charset="0"/>
              </a:rPr>
              <a:t>mape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stranica</a:t>
            </a:r>
            <a:r>
              <a:rPr lang="en-US" dirty="0">
                <a:latin typeface="Bahnschrift SemiLight" panose="020B0502040204020203" pitchFamily="34" charset="0"/>
              </a:rPr>
              <a:t> (sitemaps) </a:t>
            </a:r>
            <a:r>
              <a:rPr lang="en-US" dirty="0" err="1">
                <a:latin typeface="Bahnschrift SemiLight" panose="020B0502040204020203" pitchFamily="34" charset="0"/>
              </a:rPr>
              <a:t>i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navigacijski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izbornici</a:t>
            </a:r>
            <a:endParaRPr lang="hr-HR" dirty="0">
              <a:latin typeface="Bahnschrift SemiLigh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Bahnschrift SemiLight" panose="020B0502040204020203" pitchFamily="34" charset="0"/>
              </a:rPr>
              <a:t>hijerarhija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i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kategorizacija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sadržaja</a:t>
            </a:r>
            <a:endParaRPr lang="hr-HR" dirty="0">
              <a:latin typeface="Bahnschrift SemiLigh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Bahnschrift SemiLight" panose="020B0502040204020203" pitchFamily="34" charset="0"/>
              </a:rPr>
              <a:t>sustavi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označavanja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i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taksonomija</a:t>
            </a:r>
            <a:endParaRPr lang="hr-HR" dirty="0">
              <a:latin typeface="Bahnschrift SemiLight" panose="020B0502040204020203" pitchFamily="34" charset="0"/>
            </a:endParaRPr>
          </a:p>
          <a:p>
            <a:endParaRPr lang="hr-HR" dirty="0">
              <a:latin typeface="Bahnschrift SemiLight" panose="020B0502040204020203" pitchFamily="34" charset="0"/>
            </a:endParaRPr>
          </a:p>
          <a:p>
            <a:r>
              <a:rPr lang="en-US" dirty="0" err="1">
                <a:latin typeface="Bahnschrift SemiLight" panose="020B0502040204020203" pitchFamily="34" charset="0"/>
              </a:rPr>
              <a:t>Kvalitetno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postavljena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informacijska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arhitektura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poboljšava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upotrebljivost</a:t>
            </a:r>
            <a:r>
              <a:rPr lang="en-US" dirty="0">
                <a:latin typeface="Bahnschrift SemiLight" panose="020B0502040204020203" pitchFamily="34" charset="0"/>
              </a:rPr>
              <a:t>, </a:t>
            </a:r>
            <a:r>
              <a:rPr lang="en-US" dirty="0" err="1">
                <a:latin typeface="Bahnschrift SemiLight" panose="020B0502040204020203" pitchFamily="34" charset="0"/>
              </a:rPr>
              <a:t>smanjuje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frustraciju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korisnika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i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unapređuje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cjelokupno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iskustvo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čineći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digitalne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proizvode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lakšima</a:t>
            </a:r>
            <a:r>
              <a:rPr lang="en-US" dirty="0">
                <a:latin typeface="Bahnschrift SemiLight" panose="020B0502040204020203" pitchFamily="34" charset="0"/>
              </a:rPr>
              <a:t> za </a:t>
            </a:r>
            <a:r>
              <a:rPr lang="en-US" dirty="0" err="1">
                <a:latin typeface="Bahnschrift SemiLight" panose="020B0502040204020203" pitchFamily="34" charset="0"/>
              </a:rPr>
              <a:t>razumijevanje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i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korištenje</a:t>
            </a:r>
            <a:r>
              <a:rPr lang="en-US" dirty="0">
                <a:latin typeface="Bahnschrift SemiLight" panose="020B0502040204020203" pitchFamily="34" charset="0"/>
              </a:rPr>
              <a:t>.</a:t>
            </a:r>
            <a:endParaRPr lang="hr-HR" dirty="0">
              <a:latin typeface="Bahnschrift SemiLight" panose="020B0502040204020203" pitchFamily="34" charset="0"/>
            </a:endParaRPr>
          </a:p>
          <a:p>
            <a:endParaRPr lang="hr-HR" dirty="0">
              <a:latin typeface="Bahnschrift SemiLight" panose="020B0502040204020203" pitchFamily="34" charset="0"/>
            </a:endParaRPr>
          </a:p>
          <a:p>
            <a:r>
              <a:rPr lang="en-US" dirty="0">
                <a:latin typeface="Bahnschrift SemiLight" panose="020B0502040204020203" pitchFamily="34" charset="0"/>
              </a:rPr>
              <a:t>Na </a:t>
            </a:r>
            <a:r>
              <a:rPr lang="en-US" dirty="0" err="1">
                <a:latin typeface="Bahnschrift SemiLight" panose="020B0502040204020203" pitchFamily="34" charset="0"/>
              </a:rPr>
              <a:t>kraju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lekcije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razumjet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ćete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kako</a:t>
            </a:r>
            <a:r>
              <a:rPr lang="en-US" dirty="0">
                <a:latin typeface="Bahnschrift SemiLight" panose="020B0502040204020203" pitchFamily="34" charset="0"/>
              </a:rPr>
              <a:t> IA </a:t>
            </a:r>
            <a:r>
              <a:rPr lang="en-US" dirty="0" err="1">
                <a:latin typeface="Bahnschrift SemiLight" panose="020B0502040204020203" pitchFamily="34" charset="0"/>
              </a:rPr>
              <a:t>podržava</a:t>
            </a:r>
            <a:r>
              <a:rPr lang="en-US" dirty="0">
                <a:latin typeface="Bahnschrift SemiLight" panose="020B0502040204020203" pitchFamily="34" charset="0"/>
              </a:rPr>
              <a:t> UX </a:t>
            </a:r>
            <a:r>
              <a:rPr lang="en-US" dirty="0" err="1">
                <a:latin typeface="Bahnschrift SemiLight" panose="020B0502040204020203" pitchFamily="34" charset="0"/>
              </a:rPr>
              <a:t>dizajn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i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ima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ključnu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ulogu</a:t>
            </a:r>
            <a:r>
              <a:rPr lang="en-US" dirty="0">
                <a:latin typeface="Bahnschrift SemiLight" panose="020B0502040204020203" pitchFamily="34" charset="0"/>
              </a:rPr>
              <a:t> u </a:t>
            </a:r>
            <a:r>
              <a:rPr lang="en-US" dirty="0" err="1">
                <a:latin typeface="Bahnschrift SemiLight" panose="020B0502040204020203" pitchFamily="34" charset="0"/>
              </a:rPr>
              <a:t>izgradnji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sučelja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usmjerenih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na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korisnika</a:t>
            </a:r>
            <a:r>
              <a:rPr lang="en-US" dirty="0">
                <a:latin typeface="Bahnschrift SemiLight" panose="020B05020402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8776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047CF-0FF3-2D73-DC5F-A6C5310AE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hr-HR" dirty="0"/>
              <a:t>Uvod u informacijsku arhitekturu</a:t>
            </a:r>
            <a:endParaRPr lang="fr-B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08BECB-A1A3-A1E4-EBE6-2FA1EA989B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hr-HR" sz="2400" dirty="0"/>
              <a:t>Informacijska arhitektura (poznata i kao IA) je proces organiziranja sadržaja i njegova činjenja lako dostupnim korisnicima.</a:t>
            </a:r>
          </a:p>
          <a:p>
            <a:r>
              <a:rPr lang="hr-HR" sz="2400" dirty="0"/>
              <a:t>Informacijska arhitektura usredotočena je na organiziranje i strukturiranje sadržaja kako bi bio jednostavno dostupan, dok je UX dizajn širi pojam koji se fokusira na stvaranje pozitivnog i smislenog korisničkog iskustva kroz intuitivna sučelja i interakcije.</a:t>
            </a:r>
          </a:p>
        </p:txBody>
      </p:sp>
      <p:pic>
        <p:nvPicPr>
          <p:cNvPr id="2050" name="Picture 2" descr="where am I? - Dory from Nemo (5 second memory) Meme Generator">
            <a:extLst>
              <a:ext uri="{FF2B5EF4-FFF2-40B4-BE49-F238E27FC236}">
                <a16:creationId xmlns:a16="http://schemas.microsoft.com/office/drawing/2014/main" id="{D3619B06-7D57-D2EB-8B95-B9947C04CB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72200" y="1993424"/>
            <a:ext cx="5181600" cy="4015740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B4E2B8F-3B4E-D137-AFBA-F4F6527C842A}"/>
              </a:ext>
            </a:extLst>
          </p:cNvPr>
          <p:cNvSpPr txBox="1"/>
          <p:nvPr/>
        </p:nvSpPr>
        <p:spPr>
          <a:xfrm>
            <a:off x="9195261" y="6009164"/>
            <a:ext cx="24099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sz="1200" dirty="0">
                <a:latin typeface="Bahnschrift SemiLight" panose="020B0502040204020203" pitchFamily="34" charset="0"/>
              </a:rPr>
              <a:t>Source: </a:t>
            </a:r>
            <a:r>
              <a:rPr lang="fr-BE" sz="1200" dirty="0">
                <a:latin typeface="Bahnschrift SemiLight" panose="020B0502040204020203" pitchFamily="34" charset="0"/>
                <a:hlinkClick r:id="rId4"/>
              </a:rPr>
              <a:t>http://makeameme.org</a:t>
            </a:r>
            <a:r>
              <a:rPr lang="fr-BE" sz="1200" dirty="0">
                <a:latin typeface="Bahnschrift SemiLight" panose="020B0502040204020203" pitchFamily="34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292603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8AEB8-36B8-8DC9-B31B-05159823F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C93F3-10C3-AB65-C508-EEA9F55C2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hr-HR" dirty="0"/>
              <a:t>Uvod u informacijsku arhitekturu</a:t>
            </a:r>
            <a:endParaRPr lang="fr-B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ABFE7F-3B9D-78DC-155A-48C29C03A3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6477001" cy="424367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hr-HR" b="1" i="0" dirty="0">
                <a:effectLst/>
              </a:rPr>
              <a:t>Nemojte zaboraviti</a:t>
            </a:r>
            <a:r>
              <a:rPr lang="en-US" b="1" i="0" dirty="0">
                <a:effectLst/>
              </a:rPr>
              <a:t>: </a:t>
            </a:r>
            <a:br>
              <a:rPr lang="en-US" b="1" i="0" dirty="0">
                <a:effectLst/>
              </a:rPr>
            </a:br>
            <a:endParaRPr lang="en-US" b="1" i="0" dirty="0">
              <a:effectLst/>
            </a:endParaRPr>
          </a:p>
          <a:p>
            <a:pPr lvl="1"/>
            <a:r>
              <a:rPr lang="hr-HR" sz="2800" b="0" dirty="0">
                <a:effectLst/>
                <a:latin typeface="Bahnschrift SemiLight" panose="020B0502040204020203" pitchFamily="34" charset="0"/>
              </a:rPr>
              <a:t>Tko će koristiti proizvod</a:t>
            </a:r>
            <a:r>
              <a:rPr lang="en-US" sz="2800" b="0" dirty="0">
                <a:effectLst/>
                <a:latin typeface="Bahnschrift SemiLight" panose="020B0502040204020203" pitchFamily="34" charset="0"/>
              </a:rPr>
              <a:t>?</a:t>
            </a:r>
          </a:p>
          <a:p>
            <a:pPr lvl="1"/>
            <a:r>
              <a:rPr lang="hr-HR" sz="2800" b="0" dirty="0">
                <a:effectLst/>
                <a:latin typeface="Bahnschrift SemiLight" panose="020B0502040204020203" pitchFamily="34" charset="0"/>
              </a:rPr>
              <a:t>Što će s njime učiniti</a:t>
            </a:r>
            <a:r>
              <a:rPr lang="en-US" sz="2800" b="0" dirty="0">
                <a:effectLst/>
                <a:latin typeface="Bahnschrift SemiLight" panose="020B0502040204020203" pitchFamily="34" charset="0"/>
              </a:rPr>
              <a:t>?</a:t>
            </a:r>
          </a:p>
          <a:p>
            <a:pPr lvl="1"/>
            <a:r>
              <a:rPr lang="hr-HR" sz="2800" b="0" dirty="0">
                <a:effectLst/>
                <a:latin typeface="Bahnschrift SemiLight" panose="020B0502040204020203" pitchFamily="34" charset="0"/>
              </a:rPr>
              <a:t>Što žele postići</a:t>
            </a:r>
            <a:r>
              <a:rPr lang="en-US" sz="2800" b="0" dirty="0">
                <a:effectLst/>
                <a:latin typeface="Bahnschrift SemiLight" panose="020B0502040204020203" pitchFamily="34" charset="0"/>
              </a:rPr>
              <a:t>?</a:t>
            </a:r>
          </a:p>
          <a:p>
            <a:pPr marL="0" indent="0">
              <a:buNone/>
            </a:pPr>
            <a:r>
              <a:rPr lang="en-US" b="1" dirty="0"/>
              <a:t>IA</a:t>
            </a:r>
          </a:p>
          <a:p>
            <a:pPr lvl="1"/>
            <a:r>
              <a:rPr lang="hr-HR" sz="2800" dirty="0">
                <a:latin typeface="Bahnschrift SemiLight" panose="020B0502040204020203" pitchFamily="34" charset="0"/>
              </a:rPr>
              <a:t>Korisnici</a:t>
            </a:r>
            <a:r>
              <a:rPr lang="en-US" sz="2800" dirty="0">
                <a:latin typeface="Bahnschrift SemiLight" panose="020B0502040204020203" pitchFamily="34" charset="0"/>
              </a:rPr>
              <a:t>: </a:t>
            </a:r>
            <a:r>
              <a:rPr lang="hr-HR" sz="2800" dirty="0">
                <a:latin typeface="Bahnschrift SemiLight" panose="020B0502040204020203" pitchFamily="34" charset="0"/>
              </a:rPr>
              <a:t>kome se obraćamo</a:t>
            </a:r>
            <a:r>
              <a:rPr lang="en-US" sz="2800" dirty="0">
                <a:latin typeface="Bahnschrift SemiLight" panose="020B0502040204020203" pitchFamily="34" charset="0"/>
              </a:rPr>
              <a:t>?</a:t>
            </a:r>
          </a:p>
          <a:p>
            <a:pPr lvl="1"/>
            <a:r>
              <a:rPr lang="hr-HR" sz="2800" dirty="0">
                <a:latin typeface="Bahnschrift SemiLight" panose="020B0502040204020203" pitchFamily="34" charset="0"/>
              </a:rPr>
              <a:t>Sadržaj</a:t>
            </a:r>
            <a:r>
              <a:rPr lang="en-US" sz="2800" dirty="0">
                <a:latin typeface="Bahnschrift SemiLight" panose="020B0502040204020203" pitchFamily="34" charset="0"/>
              </a:rPr>
              <a:t>: </a:t>
            </a:r>
            <a:r>
              <a:rPr lang="hr-HR" sz="2800" dirty="0">
                <a:latin typeface="Bahnschrift SemiLight" panose="020B0502040204020203" pitchFamily="34" charset="0"/>
              </a:rPr>
              <a:t>koje informacije pružamo</a:t>
            </a:r>
            <a:endParaRPr lang="en-US" sz="2800" dirty="0">
              <a:latin typeface="Bahnschrift SemiLight" panose="020B0502040204020203" pitchFamily="34" charset="0"/>
            </a:endParaRPr>
          </a:p>
          <a:p>
            <a:pPr lvl="1"/>
            <a:r>
              <a:rPr lang="hr-HR" sz="2800" dirty="0">
                <a:latin typeface="Bahnschrift SemiLight" panose="020B0502040204020203" pitchFamily="34" charset="0"/>
              </a:rPr>
              <a:t>Kontekst</a:t>
            </a:r>
            <a:r>
              <a:rPr lang="en-US" sz="2800" dirty="0">
                <a:latin typeface="Bahnschrift SemiLight" panose="020B0502040204020203" pitchFamily="34" charset="0"/>
              </a:rPr>
              <a:t>: </a:t>
            </a:r>
            <a:r>
              <a:rPr lang="hr-HR" sz="2800" dirty="0">
                <a:latin typeface="Bahnschrift SemiLight" panose="020B0502040204020203" pitchFamily="34" charset="0"/>
              </a:rPr>
              <a:t>kakav će odnos stvoriti sa sadržajem</a:t>
            </a:r>
            <a:endParaRPr lang="en-US" sz="2800" dirty="0">
              <a:latin typeface="Bahnschrift SemiLight" panose="020B0502040204020203" pitchFamily="34" charset="0"/>
            </a:endParaRPr>
          </a:p>
          <a:p>
            <a:pPr marL="457200" lvl="1" indent="0">
              <a:buNone/>
            </a:pPr>
            <a:endParaRPr lang="en-US" b="1" i="0" dirty="0">
              <a:effectLst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0E39FC2-F668-6760-F772-3E4DD1DDC53A}"/>
              </a:ext>
            </a:extLst>
          </p:cNvPr>
          <p:cNvSpPr/>
          <p:nvPr/>
        </p:nvSpPr>
        <p:spPr>
          <a:xfrm>
            <a:off x="8234086" y="1976385"/>
            <a:ext cx="2452092" cy="2409930"/>
          </a:xfrm>
          <a:prstGeom prst="ellipse">
            <a:avLst/>
          </a:prstGeom>
          <a:solidFill>
            <a:srgbClr val="F466B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4E8393E-16DC-E097-1853-51CCC24770DC}"/>
              </a:ext>
            </a:extLst>
          </p:cNvPr>
          <p:cNvSpPr/>
          <p:nvPr/>
        </p:nvSpPr>
        <p:spPr>
          <a:xfrm>
            <a:off x="7566463" y="3181351"/>
            <a:ext cx="2452092" cy="2409930"/>
          </a:xfrm>
          <a:prstGeom prst="ellipse">
            <a:avLst/>
          </a:prstGeom>
          <a:solidFill>
            <a:srgbClr val="FFF76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6D3CA85-BAE2-0497-0F53-39589F1E2E1A}"/>
              </a:ext>
            </a:extLst>
          </p:cNvPr>
          <p:cNvSpPr/>
          <p:nvPr/>
        </p:nvSpPr>
        <p:spPr>
          <a:xfrm>
            <a:off x="8901709" y="3181350"/>
            <a:ext cx="2452092" cy="2409930"/>
          </a:xfrm>
          <a:prstGeom prst="ellipse">
            <a:avLst/>
          </a:prstGeom>
          <a:solidFill>
            <a:srgbClr val="66CEF5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8FDA1C-378E-32B3-7589-C63754EBF649}"/>
              </a:ext>
            </a:extLst>
          </p:cNvPr>
          <p:cNvSpPr txBox="1"/>
          <p:nvPr/>
        </p:nvSpPr>
        <p:spPr>
          <a:xfrm>
            <a:off x="8753850" y="2472494"/>
            <a:ext cx="1412567" cy="5001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r-HR" sz="1600" b="1" dirty="0">
                <a:latin typeface="Bahnschrift SemiBold" panose="020B0502040204020203" pitchFamily="34" charset="0"/>
              </a:rPr>
              <a:t>Korisnici</a:t>
            </a:r>
            <a:endParaRPr lang="fr-BE" sz="1600" b="1" dirty="0">
              <a:latin typeface="Bahnschrift SemiBold" panose="020B0502040204020203" pitchFamily="34" charset="0"/>
            </a:endParaRPr>
          </a:p>
          <a:p>
            <a:pPr algn="ctr"/>
            <a:r>
              <a:rPr lang="hr-HR" sz="1050" b="1" dirty="0">
                <a:latin typeface="Bahnschrift SemiBold" panose="020B0502040204020203" pitchFamily="34" charset="0"/>
              </a:rPr>
              <a:t>Kome se obraćamo</a:t>
            </a:r>
            <a:r>
              <a:rPr lang="fr-BE" sz="1050" b="1" dirty="0">
                <a:latin typeface="Bahnschrift SemiBold" panose="020B0502040204020203" pitchFamily="34" charset="0"/>
              </a:rPr>
              <a:t>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FDAC37-3A0F-C9A7-E128-52F00B5B6A7D}"/>
              </a:ext>
            </a:extLst>
          </p:cNvPr>
          <p:cNvSpPr txBox="1"/>
          <p:nvPr/>
        </p:nvSpPr>
        <p:spPr>
          <a:xfrm>
            <a:off x="7661042" y="4205316"/>
            <a:ext cx="1208985" cy="6617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r-HR" sz="1600" b="1" dirty="0">
                <a:latin typeface="Bahnschrift SemiBold" panose="020B0502040204020203" pitchFamily="34" charset="0"/>
              </a:rPr>
              <a:t>Sadržaj</a:t>
            </a:r>
            <a:endParaRPr lang="fr-BE" sz="1600" b="1" dirty="0">
              <a:latin typeface="Bahnschrift SemiBold" panose="020B0502040204020203" pitchFamily="34" charset="0"/>
            </a:endParaRPr>
          </a:p>
          <a:p>
            <a:pPr algn="ctr"/>
            <a:r>
              <a:rPr lang="hr-HR" sz="1050" b="1" dirty="0">
                <a:latin typeface="Bahnschrift SemiBold" panose="020B0502040204020203" pitchFamily="34" charset="0"/>
              </a:rPr>
              <a:t>Koje informacije </a:t>
            </a:r>
          </a:p>
          <a:p>
            <a:pPr algn="ctr"/>
            <a:r>
              <a:rPr lang="hr-HR" sz="1050" b="1" dirty="0">
                <a:latin typeface="Bahnschrift SemiBold" panose="020B0502040204020203" pitchFamily="34" charset="0"/>
              </a:rPr>
              <a:t>pružamo</a:t>
            </a:r>
            <a:r>
              <a:rPr lang="fr-BE" sz="1050" b="1" dirty="0">
                <a:latin typeface="Bahnschrift SemiBold" panose="020B0502040204020203" pitchFamily="34" charset="0"/>
              </a:rPr>
              <a:t>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66FE63-D98A-0244-64C2-2F3C4617E237}"/>
              </a:ext>
            </a:extLst>
          </p:cNvPr>
          <p:cNvSpPr txBox="1"/>
          <p:nvPr/>
        </p:nvSpPr>
        <p:spPr>
          <a:xfrm>
            <a:off x="9807943" y="4185290"/>
            <a:ext cx="1628972" cy="6617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r-HR" sz="1600" b="1" dirty="0">
                <a:latin typeface="Bahnschrift SemiBold" panose="020B0502040204020203" pitchFamily="34" charset="0"/>
              </a:rPr>
              <a:t>Kontekst</a:t>
            </a:r>
            <a:endParaRPr lang="fr-BE" sz="1600" b="1" dirty="0">
              <a:latin typeface="Bahnschrift SemiBold" panose="020B0502040204020203" pitchFamily="34" charset="0"/>
            </a:endParaRPr>
          </a:p>
          <a:p>
            <a:pPr algn="ctr"/>
            <a:r>
              <a:rPr lang="hr-HR" sz="1050" b="1" dirty="0">
                <a:latin typeface="Bahnschrift SemiBold" panose="020B0502040204020203" pitchFamily="34" charset="0"/>
              </a:rPr>
              <a:t>Kakav će odnos stvoriti </a:t>
            </a:r>
          </a:p>
          <a:p>
            <a:pPr algn="ctr"/>
            <a:r>
              <a:rPr lang="hr-HR" sz="1050" b="1" dirty="0">
                <a:latin typeface="Bahnschrift SemiBold" panose="020B0502040204020203" pitchFamily="34" charset="0"/>
              </a:rPr>
              <a:t>sa sadržajem</a:t>
            </a:r>
            <a:r>
              <a:rPr lang="fr-BE" sz="1050" b="1" dirty="0">
                <a:latin typeface="Bahnschrift SemiBold" panose="020B0502040204020203" pitchFamily="34" charset="0"/>
              </a:rPr>
              <a:t>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C6267C-45F4-F220-14DA-31DD4CB9D912}"/>
              </a:ext>
            </a:extLst>
          </p:cNvPr>
          <p:cNvSpPr txBox="1"/>
          <p:nvPr/>
        </p:nvSpPr>
        <p:spPr>
          <a:xfrm>
            <a:off x="9115121" y="3562743"/>
            <a:ext cx="76174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BE" sz="4400" b="1" dirty="0">
                <a:latin typeface="Aharoni" panose="02010803020104030203" pitchFamily="2" charset="-79"/>
                <a:cs typeface="Aharoni" panose="02010803020104030203" pitchFamily="2" charset="-79"/>
              </a:rPr>
              <a:t>IA</a:t>
            </a:r>
            <a:endParaRPr lang="fr-BE" sz="2800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934409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22CFE-0C64-27B0-DCB6-D052BB805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4F2A5-B651-BA92-F31C-529C54C46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Uvod u informacijsku arhitekturu</a:t>
            </a:r>
            <a:endParaRPr lang="fr-B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72A8F9-BFD2-B417-65C3-7E67E5A6B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hr-HR" dirty="0"/>
              <a:t>IA pomaže u:</a:t>
            </a:r>
          </a:p>
          <a:p>
            <a:pPr lvl="1"/>
            <a:r>
              <a:rPr lang="hr-HR" b="1" dirty="0"/>
              <a:t>Povećanju stope konverzije:</a:t>
            </a:r>
            <a:r>
              <a:rPr lang="hr-HR" dirty="0"/>
              <a:t> Novi korisnici lakše pronalaze potrebne informacije, a proces kupnje može biti pojednostavljen i učinkovitiji.</a:t>
            </a:r>
          </a:p>
          <a:p>
            <a:pPr lvl="1"/>
            <a:r>
              <a:rPr lang="hr-HR" b="1" dirty="0"/>
              <a:t>Jačanju kredibiliteta:</a:t>
            </a:r>
            <a:r>
              <a:rPr lang="hr-HR" dirty="0"/>
              <a:t> Jasna i dobro organizirana web stranica povećava povjerenje korisnika.</a:t>
            </a:r>
          </a:p>
          <a:p>
            <a:pPr lvl="1"/>
            <a:r>
              <a:rPr lang="hr-HR" b="1" dirty="0"/>
              <a:t>Poboljšanju produktivnosti:</a:t>
            </a:r>
            <a:r>
              <a:rPr lang="hr-HR" dirty="0"/>
              <a:t> Zaposlenici znaju gdje pripadaju različite vrste sadržaja i lakše mogu izrađivati nove stranice prema potrebi.</a:t>
            </a:r>
          </a:p>
          <a:p>
            <a:pPr lvl="1"/>
            <a:r>
              <a:rPr lang="hr-HR" b="1" dirty="0"/>
              <a:t>Unaprjeđenju SEO-a:</a:t>
            </a:r>
            <a:r>
              <a:rPr lang="hr-HR" dirty="0"/>
              <a:t> Dobra organizacija na razini cijele stranice važan je faktor u algoritamskom rangiranju tražilica.</a:t>
            </a:r>
          </a:p>
          <a:p>
            <a:pPr lvl="1"/>
            <a:r>
              <a:rPr lang="hr-HR" b="1" dirty="0"/>
              <a:t>Smanjenju troškova korisničke podrške:</a:t>
            </a:r>
            <a:r>
              <a:rPr lang="hr-HR" dirty="0"/>
              <a:t> Korisnici lakše rješavaju svoje probleme kada im web stranica u pravo vrijeme prikazuje relevantne informacije.</a:t>
            </a:r>
          </a:p>
        </p:txBody>
      </p:sp>
    </p:spTree>
    <p:extLst>
      <p:ext uri="{BB962C8B-B14F-4D97-AF65-F5344CB8AC3E}">
        <p14:creationId xmlns:p14="http://schemas.microsoft.com/office/powerpoint/2010/main" val="2232966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B8F13-7379-0FD1-79E1-0EF1A2F63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EDB7A-8698-6C84-FAA8-DE2301C56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hr-HR" dirty="0"/>
              <a:t>Uvod u informacijsku arhitekturu</a:t>
            </a:r>
            <a:endParaRPr lang="fr-B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09F8B4-1ED5-9CDB-1B28-146CF0B28C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hr-HR" dirty="0"/>
              <a:t>Izgradnja informacijske arhitekture web stranice ne bi se trebala odvijati izolirano. Od ponašanja korisnika do dugoročne održivosti i prilagodljivosti budućim promjenama, potrebno je uzeti u obzir mnoge čimbenike — ne samo logično organiziranje informacija.</a:t>
            </a:r>
            <a:endParaRPr lang="en-US" dirty="0"/>
          </a:p>
        </p:txBody>
      </p:sp>
      <p:pic>
        <p:nvPicPr>
          <p:cNvPr id="1028" name="Picture 4" descr="The 8 principles of information architecture in UX design">
            <a:extLst>
              <a:ext uri="{FF2B5EF4-FFF2-40B4-BE49-F238E27FC236}">
                <a16:creationId xmlns:a16="http://schemas.microsoft.com/office/drawing/2014/main" id="{B02D4B19-90B3-4BE6-AA13-A82706F36D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72200" y="1839366"/>
            <a:ext cx="5410200" cy="2792693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B5ED379-11B1-9CA5-26F8-B05B972627D9}"/>
              </a:ext>
            </a:extLst>
          </p:cNvPr>
          <p:cNvSpPr txBox="1"/>
          <p:nvPr/>
        </p:nvSpPr>
        <p:spPr>
          <a:xfrm>
            <a:off x="6172200" y="4780737"/>
            <a:ext cx="5257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dirty="0"/>
              <a:t>Još 2010. godine, Dan Brown, osnivač tvrtke </a:t>
            </a:r>
            <a:r>
              <a:rPr lang="hr-HR" dirty="0" err="1"/>
              <a:t>EightShapes</a:t>
            </a:r>
            <a:r>
              <a:rPr lang="hr-HR" dirty="0"/>
              <a:t>, postavio je osam principa informacijske arhitekture kako bi dizajnerima pružio smjernice pri donošenju odluka.</a:t>
            </a:r>
            <a:endParaRPr lang="fr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C7AE46-0287-3A7A-8779-4B288123328E}"/>
              </a:ext>
            </a:extLst>
          </p:cNvPr>
          <p:cNvSpPr txBox="1"/>
          <p:nvPr/>
        </p:nvSpPr>
        <p:spPr>
          <a:xfrm>
            <a:off x="9405201" y="4604137"/>
            <a:ext cx="21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sz="1200" dirty="0">
                <a:latin typeface="Bahnschrift SemiLight" panose="020B0502040204020203" pitchFamily="34" charset="0"/>
              </a:rPr>
              <a:t>Source: </a:t>
            </a:r>
            <a:r>
              <a:rPr lang="fr-BE" sz="1200" dirty="0">
                <a:latin typeface="Bahnschrift SemiLight" panose="020B0502040204020203" pitchFamily="34" charset="0"/>
                <a:hlinkClick r:id="rId4"/>
              </a:rPr>
              <a:t>https://medium.com/</a:t>
            </a:r>
            <a:endParaRPr lang="fr-BE" sz="1200" dirty="0">
              <a:latin typeface="Bahnschrift SemiLight" panose="020B0502040204020203" pitchFamily="34" charset="0"/>
            </a:endParaRPr>
          </a:p>
          <a:p>
            <a:endParaRPr lang="fr-BE" sz="1200" dirty="0">
              <a:latin typeface="Bahnschrift Semi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748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61DC5-49C8-9BE0-34CB-A0E68BDE2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1536B-0D27-5EF9-CE0F-69EF92A1A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hr-HR" dirty="0"/>
              <a:t>Uvod u informacijsku arhitekturu</a:t>
            </a:r>
            <a:endParaRPr lang="fr-B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37B712-1075-A6AC-ACDB-CA91F0F81A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515599" cy="4351338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hr-HR" sz="2000" b="1" dirty="0"/>
              <a:t>Princip objekata:</a:t>
            </a:r>
            <a:r>
              <a:rPr lang="hr-HR" sz="2000" dirty="0"/>
              <a:t> Sadržaj treba promatrati kao živi organizam. Ima svoje životne cikluse, ponašanja i atribute.</a:t>
            </a:r>
          </a:p>
          <a:p>
            <a:pPr marL="457200" indent="-457200">
              <a:buFont typeface="+mj-lt"/>
              <a:buAutoNum type="arabicPeriod"/>
            </a:pPr>
            <a:endParaRPr lang="hr-HR" sz="2000" dirty="0"/>
          </a:p>
          <a:p>
            <a:pPr marL="457200" indent="-457200">
              <a:buFont typeface="+mj-lt"/>
              <a:buAutoNum type="arabicPeriod"/>
            </a:pPr>
            <a:r>
              <a:rPr lang="hr-HR" sz="2000" b="1" dirty="0"/>
              <a:t>Princip izbora:</a:t>
            </a:r>
            <a:r>
              <a:rPr lang="hr-HR" sz="2000" dirty="0"/>
              <a:t> Manje je više. Broj ponuđenih opcija treba svesti na minimum.</a:t>
            </a:r>
          </a:p>
          <a:p>
            <a:pPr marL="457200" indent="-457200">
              <a:buFont typeface="+mj-lt"/>
              <a:buAutoNum type="arabicPeriod"/>
            </a:pPr>
            <a:endParaRPr lang="hr-HR" sz="2000" dirty="0"/>
          </a:p>
          <a:p>
            <a:pPr marL="457200" indent="-457200">
              <a:buFont typeface="+mj-lt"/>
              <a:buAutoNum type="arabicPeriod"/>
            </a:pPr>
            <a:r>
              <a:rPr lang="hr-HR" sz="2000" b="1" dirty="0"/>
              <a:t>Princip otkrivanja (</a:t>
            </a:r>
            <a:r>
              <a:rPr lang="hr-HR" sz="2000" b="1" dirty="0" err="1"/>
              <a:t>disclosure</a:t>
            </a:r>
            <a:r>
              <a:rPr lang="hr-HR" sz="2000" b="1" dirty="0"/>
              <a:t>):</a:t>
            </a:r>
            <a:r>
              <a:rPr lang="hr-HR" sz="2000" dirty="0"/>
              <a:t> Prikažite pregled informacija koji korisnicima pomaže razumjeti kakav se sadržaj krije ako odluče istražiti dublje.</a:t>
            </a:r>
          </a:p>
          <a:p>
            <a:pPr marL="457200" indent="-457200">
              <a:buFont typeface="+mj-lt"/>
              <a:buAutoNum type="arabicPeriod"/>
            </a:pPr>
            <a:endParaRPr lang="hr-HR" sz="2000" dirty="0"/>
          </a:p>
          <a:p>
            <a:pPr marL="457200" indent="-457200">
              <a:buFont typeface="+mj-lt"/>
              <a:buAutoNum type="arabicPeriod"/>
            </a:pPr>
            <a:r>
              <a:rPr lang="hr-HR" sz="2000" b="1" dirty="0"/>
              <a:t>Princip primjera (</a:t>
            </a:r>
            <a:r>
              <a:rPr lang="hr-HR" sz="2000" b="1" dirty="0" err="1"/>
              <a:t>exemplars</a:t>
            </a:r>
            <a:r>
              <a:rPr lang="hr-HR" sz="2000" b="1" dirty="0"/>
              <a:t>):</a:t>
            </a:r>
            <a:r>
              <a:rPr lang="hr-HR" sz="2000" dirty="0"/>
              <a:t> Prilikom opisivanja kategorija sadržaja, prikažite konkretne primjere kako biste korisnicima jasnije dočarali što mogu očekivati.</a:t>
            </a:r>
          </a:p>
        </p:txBody>
      </p:sp>
    </p:spTree>
    <p:extLst>
      <p:ext uri="{BB962C8B-B14F-4D97-AF65-F5344CB8AC3E}">
        <p14:creationId xmlns:p14="http://schemas.microsoft.com/office/powerpoint/2010/main" val="1246664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ED1F0-613C-69A3-341D-63D6DB180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7848A-BCF7-8147-BB82-E8ED34924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hr-HR" dirty="0"/>
              <a:t>Uvod u informacijsku arhitekturu</a:t>
            </a:r>
            <a:endParaRPr lang="fr-B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00A982-2223-374F-BA72-3CF9E839FA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515599" cy="4351338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 startAt="5"/>
            </a:pPr>
            <a:r>
              <a:rPr lang="hr-HR" sz="2000" b="1" dirty="0"/>
              <a:t>Princip ulaznih točaka (front </a:t>
            </a:r>
            <a:r>
              <a:rPr lang="hr-HR" sz="2000" b="1" dirty="0" err="1"/>
              <a:t>doors</a:t>
            </a:r>
            <a:r>
              <a:rPr lang="hr-HR" sz="2000" b="1" dirty="0"/>
              <a:t>):</a:t>
            </a:r>
            <a:r>
              <a:rPr lang="hr-HR" sz="2000" dirty="0"/>
              <a:t> Pretpostavite da će barem 50 % korisnika na stranicu ući putem neke druge početne točke, a ne preko naslovnice.</a:t>
            </a:r>
          </a:p>
          <a:p>
            <a:pPr marL="457200" indent="-457200">
              <a:buFont typeface="+mj-lt"/>
              <a:buAutoNum type="arabicPeriod" startAt="5"/>
            </a:pPr>
            <a:r>
              <a:rPr lang="hr-HR" sz="2000" b="1" dirty="0"/>
              <a:t>Princip višestrukih klasifikacija:</a:t>
            </a:r>
            <a:r>
              <a:rPr lang="hr-HR" sz="2000" dirty="0"/>
              <a:t> Omogućite korisnicima više različitih načina klasificiranja i pregledavanja sadržaja stranice.</a:t>
            </a:r>
          </a:p>
          <a:p>
            <a:pPr marL="457200" indent="-457200">
              <a:buFont typeface="+mj-lt"/>
              <a:buAutoNum type="arabicPeriod" startAt="5"/>
            </a:pPr>
            <a:r>
              <a:rPr lang="hr-HR" sz="2000" b="1" dirty="0"/>
              <a:t>Princip fokusirane navigacije:</a:t>
            </a:r>
            <a:r>
              <a:rPr lang="hr-HR" sz="2000" dirty="0"/>
              <a:t> Navigacija treba biti jednostavna i jasna — ne miješajte različite vrste sadržaja ili funkcija unutar istog navigacijskog sustava.</a:t>
            </a:r>
          </a:p>
          <a:p>
            <a:pPr marL="457200" indent="-457200">
              <a:buFont typeface="+mj-lt"/>
              <a:buAutoNum type="arabicPeriod" startAt="5"/>
            </a:pPr>
            <a:r>
              <a:rPr lang="hr-HR" sz="2000" b="1" dirty="0"/>
              <a:t>Princip rasta:</a:t>
            </a:r>
            <a:r>
              <a:rPr lang="hr-HR" sz="2000" dirty="0"/>
              <a:t> Pretpostavite da će sadržaj web stranice s vremenom rasti. Osigurajte da je struktura stranice skalabilna i prilagodljiva budućim proširenjima.</a:t>
            </a:r>
          </a:p>
        </p:txBody>
      </p:sp>
    </p:spTree>
    <p:extLst>
      <p:ext uri="{BB962C8B-B14F-4D97-AF65-F5344CB8AC3E}">
        <p14:creationId xmlns:p14="http://schemas.microsoft.com/office/powerpoint/2010/main" val="328939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01708-21CD-3872-DC7B-3AFB6F422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E4FFC-8920-997A-13EA-2665D4C62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839" y="365125"/>
            <a:ext cx="10996961" cy="1325563"/>
          </a:xfrm>
        </p:spPr>
        <p:txBody>
          <a:bodyPr anchor="ctr">
            <a:normAutofit/>
          </a:bodyPr>
          <a:lstStyle/>
          <a:p>
            <a:r>
              <a:rPr lang="hr-HR" dirty="0"/>
              <a:t>Kako izraditi informacijsku arhitekturu web stranice</a:t>
            </a:r>
            <a:endParaRPr lang="fr-B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40787F-33AE-83A0-C595-CDB139E2ED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515599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hr-HR" sz="2000" b="1" dirty="0"/>
              <a:t>1. Definirajte ciljeve ključnih dionika</a:t>
            </a:r>
            <a:endParaRPr lang="hr-HR" sz="2000" dirty="0"/>
          </a:p>
          <a:p>
            <a:pPr lvl="1"/>
            <a:r>
              <a:rPr lang="hr-HR" sz="1800" dirty="0"/>
              <a:t>Identificirajte glavne ciljeve web stranice.</a:t>
            </a:r>
          </a:p>
          <a:p>
            <a:pPr lvl="1"/>
            <a:r>
              <a:rPr lang="hr-HR" sz="1800" dirty="0"/>
              <a:t>Odredite primarnu i sekundarnu ciljnu publiku.</a:t>
            </a:r>
          </a:p>
          <a:p>
            <a:pPr lvl="1"/>
            <a:r>
              <a:rPr lang="hr-HR" sz="1800" dirty="0"/>
              <a:t>Navedite funkcionalne zahtjeve (npr. alat za pretraživanje, preuzimanje sadržaja, obrasci).</a:t>
            </a:r>
          </a:p>
          <a:p>
            <a:pPr marL="0" indent="0">
              <a:buNone/>
            </a:pPr>
            <a:endParaRPr lang="hr-HR" sz="2000" b="1" dirty="0"/>
          </a:p>
          <a:p>
            <a:pPr marL="0" indent="0">
              <a:buNone/>
            </a:pPr>
            <a:r>
              <a:rPr lang="hr-HR" sz="2000" b="1" dirty="0"/>
              <a:t>2. Identificirajte ciljeve korisnika</a:t>
            </a:r>
            <a:endParaRPr lang="hr-HR" sz="2000" dirty="0"/>
          </a:p>
          <a:p>
            <a:pPr lvl="1"/>
            <a:r>
              <a:rPr lang="hr-HR" sz="1800" dirty="0"/>
              <a:t>Razumijte što korisnici očekuju pronaći.</a:t>
            </a:r>
          </a:p>
          <a:p>
            <a:pPr lvl="1"/>
            <a:r>
              <a:rPr lang="hr-HR" sz="1800" dirty="0"/>
              <a:t>Provedite istraživanje korisnika ili intervjue.</a:t>
            </a:r>
          </a:p>
          <a:p>
            <a:pPr lvl="1"/>
            <a:r>
              <a:rPr lang="hr-HR" sz="1800" dirty="0"/>
              <a:t>Organizirajte sadržaj prema potrebama korisnika, a ne prema internoj strukturi organizacije.</a:t>
            </a:r>
          </a:p>
        </p:txBody>
      </p:sp>
    </p:spTree>
    <p:extLst>
      <p:ext uri="{BB962C8B-B14F-4D97-AF65-F5344CB8AC3E}">
        <p14:creationId xmlns:p14="http://schemas.microsoft.com/office/powerpoint/2010/main" val="36128475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10AF2-E804-8EB6-2340-047631D90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D4D75-0A27-7F67-0EDA-C8FAF07DE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444" y="365125"/>
            <a:ext cx="10952356" cy="1325563"/>
          </a:xfrm>
        </p:spPr>
        <p:txBody>
          <a:bodyPr anchor="ctr">
            <a:normAutofit/>
          </a:bodyPr>
          <a:lstStyle/>
          <a:p>
            <a:r>
              <a:rPr lang="hr-HR" dirty="0"/>
              <a:t>Kako izraditi informacijsku arhitekturu web stranice</a:t>
            </a:r>
            <a:endParaRPr lang="fr-B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2BA494-C651-6608-463A-A6C4DFD766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515599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hr-HR" sz="2000" b="1" dirty="0"/>
              <a:t>3. Definirajte područja sadržaja stranice</a:t>
            </a:r>
            <a:endParaRPr lang="hr-HR" sz="2000" dirty="0"/>
          </a:p>
          <a:p>
            <a:pPr lvl="1"/>
            <a:r>
              <a:rPr lang="hr-HR" sz="1600" dirty="0"/>
              <a:t>Pregledajte postojeći sadržaj i odlučite što zadržati, ažurirati ili ukloniti.</a:t>
            </a:r>
          </a:p>
          <a:p>
            <a:pPr lvl="1"/>
            <a:r>
              <a:rPr lang="hr-HR" sz="1600" dirty="0"/>
              <a:t>Identificirajte novi sadržaj koji će korisnicima biti potreban.</a:t>
            </a:r>
          </a:p>
          <a:p>
            <a:pPr marL="0" indent="0">
              <a:buNone/>
            </a:pPr>
            <a:r>
              <a:rPr lang="hr-HR" sz="2000" b="1" dirty="0"/>
              <a:t>4. Organizirajte sadržaj u skupine</a:t>
            </a:r>
            <a:endParaRPr lang="hr-HR" sz="2000" dirty="0"/>
          </a:p>
          <a:p>
            <a:pPr lvl="1"/>
            <a:r>
              <a:rPr lang="hr-HR" sz="1600" dirty="0"/>
              <a:t>Koristite metodu sortiranja kartica (</a:t>
            </a:r>
            <a:r>
              <a:rPr lang="hr-HR" sz="1600" dirty="0" err="1"/>
              <a:t>card</a:t>
            </a:r>
            <a:r>
              <a:rPr lang="hr-HR" sz="1600" dirty="0"/>
              <a:t> </a:t>
            </a:r>
            <a:r>
              <a:rPr lang="hr-HR" sz="1600" dirty="0" err="1"/>
              <a:t>sorting</a:t>
            </a:r>
            <a:r>
              <a:rPr lang="hr-HR" sz="1600" dirty="0"/>
              <a:t>) ili post-</a:t>
            </a:r>
            <a:r>
              <a:rPr lang="hr-HR" sz="1600" dirty="0" err="1"/>
              <a:t>it</a:t>
            </a:r>
            <a:r>
              <a:rPr lang="hr-HR" sz="1600" dirty="0"/>
              <a:t> vježbe za grupiranje povezanih tema.</a:t>
            </a:r>
          </a:p>
          <a:p>
            <a:pPr lvl="1"/>
            <a:r>
              <a:rPr lang="hr-HR" sz="1600" dirty="0"/>
              <a:t>Kreirajte glavne kategorije i potkategorije.</a:t>
            </a:r>
          </a:p>
          <a:p>
            <a:pPr marL="0" indent="0">
              <a:buNone/>
            </a:pPr>
            <a:r>
              <a:rPr lang="hr-HR" sz="2000" b="1" dirty="0"/>
              <a:t>5. Izradite mapu stranice (</a:t>
            </a:r>
            <a:r>
              <a:rPr lang="hr-HR" sz="2000" b="1" dirty="0" err="1"/>
              <a:t>sitemap</a:t>
            </a:r>
            <a:r>
              <a:rPr lang="hr-HR" sz="2000" b="1" dirty="0"/>
              <a:t>)</a:t>
            </a:r>
            <a:endParaRPr lang="hr-HR" sz="2000" dirty="0"/>
          </a:p>
          <a:p>
            <a:pPr lvl="1"/>
            <a:r>
              <a:rPr lang="hr-HR" sz="1600" dirty="0"/>
              <a:t>Razvijte vizualni prikaz strukture web stranice.</a:t>
            </a:r>
          </a:p>
          <a:p>
            <a:pPr lvl="1"/>
            <a:r>
              <a:rPr lang="hr-HR" sz="1600" dirty="0"/>
              <a:t>Uspostavite hijerarhijske (roditelj–dijete) odnose između stranica.</a:t>
            </a:r>
          </a:p>
          <a:p>
            <a:pPr lvl="1"/>
            <a:r>
              <a:rPr lang="hr-HR" sz="1600" dirty="0"/>
              <a:t>Osigurajte da je navigacija logična i intuitivna.</a:t>
            </a:r>
          </a:p>
          <a:p>
            <a:pPr lvl="1"/>
            <a:endParaRPr lang="en-US" sz="2000" dirty="0">
              <a:latin typeface="Bahnschrift SemiLight" panose="020B0502040204020203" pitchFamily="34" charset="0"/>
            </a:endParaRPr>
          </a:p>
          <a:p>
            <a:pPr marL="457200" lvl="1" indent="0">
              <a:buNone/>
            </a:pPr>
            <a:endParaRPr lang="en-US" sz="2000" b="0" i="0" dirty="0">
              <a:solidFill>
                <a:srgbClr val="0E1633"/>
              </a:solidFill>
              <a:effectLst/>
              <a:latin typeface="TradeGothic"/>
            </a:endParaRPr>
          </a:p>
        </p:txBody>
      </p:sp>
    </p:spTree>
    <p:extLst>
      <p:ext uri="{BB962C8B-B14F-4D97-AF65-F5344CB8AC3E}">
        <p14:creationId xmlns:p14="http://schemas.microsoft.com/office/powerpoint/2010/main" val="2237699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D8166-A77F-8494-DB8E-7214EFAAD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A8057-E996-FDDD-898F-90C87D4F6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hr-HR" dirty="0"/>
              <a:t>Kako izraditi informacijsku arhitekturu web stranice</a:t>
            </a:r>
            <a:endParaRPr lang="fr-B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408D4-0604-1E51-55F8-3058C19253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515599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hr-HR" sz="2000" b="1" dirty="0"/>
              <a:t>6. Osmislite strukturu navigacije</a:t>
            </a:r>
            <a:endParaRPr lang="hr-HR" sz="2000" dirty="0"/>
          </a:p>
          <a:p>
            <a:r>
              <a:rPr lang="hr-HR" sz="2000" dirty="0"/>
              <a:t>Odlučite hoće li navigacija biti horizontalna ili vertikalna.</a:t>
            </a:r>
          </a:p>
          <a:p>
            <a:r>
              <a:rPr lang="hr-HR" sz="2000" dirty="0"/>
              <a:t>Osigurajte da stavke glavnog izbornika vode prema ključnim područjima sadržaja.</a:t>
            </a:r>
          </a:p>
          <a:p>
            <a:pPr marL="0" indent="0">
              <a:buNone/>
            </a:pPr>
            <a:endParaRPr lang="hr-HR" sz="2000" b="1" dirty="0"/>
          </a:p>
          <a:p>
            <a:pPr marL="0" indent="0">
              <a:buNone/>
            </a:pPr>
            <a:r>
              <a:rPr lang="hr-HR" sz="2000" b="1" dirty="0"/>
              <a:t>7. Jasno označite područja sadržaja</a:t>
            </a:r>
            <a:endParaRPr lang="hr-HR" sz="2000" dirty="0"/>
          </a:p>
          <a:p>
            <a:r>
              <a:rPr lang="hr-HR" sz="2000" dirty="0"/>
              <a:t>Koristite sažete i smislen</a:t>
            </a:r>
            <a:r>
              <a:rPr lang="az-Cyrl-AZ" sz="2000" dirty="0"/>
              <a:t>е </a:t>
            </a:r>
            <a:r>
              <a:rPr lang="hr-HR" sz="2000" dirty="0"/>
              <a:t>nazive.</a:t>
            </a:r>
          </a:p>
          <a:p>
            <a:r>
              <a:rPr lang="hr-HR" sz="2000" dirty="0"/>
              <a:t>Testirajte nazive s korisnicima kako biste provjerili njihovu jasnoću i razumljivost.</a:t>
            </a:r>
          </a:p>
          <a:p>
            <a:pPr marL="0" indent="0">
              <a:buNone/>
            </a:pPr>
            <a:endParaRPr lang="hr-HR" sz="2000" b="1" dirty="0"/>
          </a:p>
          <a:p>
            <a:pPr marL="0" indent="0">
              <a:buNone/>
            </a:pPr>
            <a:r>
              <a:rPr lang="hr-HR" sz="2000" b="1" dirty="0"/>
              <a:t>8. Izradite </a:t>
            </a:r>
            <a:r>
              <a:rPr lang="hr-HR" sz="2000" b="1" dirty="0" err="1"/>
              <a:t>wireframeove</a:t>
            </a:r>
            <a:endParaRPr lang="hr-HR" sz="2000" dirty="0"/>
          </a:p>
          <a:p>
            <a:r>
              <a:rPr lang="hr-HR" sz="2000" dirty="0"/>
              <a:t>Skicirajte raspored stranica kako biste vizualno organizirali informacije.</a:t>
            </a:r>
          </a:p>
          <a:p>
            <a:r>
              <a:rPr lang="hr-HR" sz="2000" dirty="0"/>
              <a:t>Definirajte pozicije ključnih elemenata poput izbornika, zaglavlja i podnožja.</a:t>
            </a:r>
          </a:p>
          <a:p>
            <a:pPr marL="0" indent="0" algn="l">
              <a:lnSpc>
                <a:spcPts val="2250"/>
              </a:lnSpc>
              <a:spcBef>
                <a:spcPts val="300"/>
              </a:spcBef>
              <a:spcAft>
                <a:spcPts val="300"/>
              </a:spcAft>
              <a:buNone/>
            </a:pPr>
            <a:endParaRPr lang="en-US" sz="2000" b="0" i="0" dirty="0">
              <a:solidFill>
                <a:srgbClr val="0E1633"/>
              </a:solidFill>
              <a:effectLst/>
              <a:latin typeface="TradeGothic"/>
            </a:endParaRPr>
          </a:p>
        </p:txBody>
      </p:sp>
    </p:spTree>
    <p:extLst>
      <p:ext uri="{BB962C8B-B14F-4D97-AF65-F5344CB8AC3E}">
        <p14:creationId xmlns:p14="http://schemas.microsoft.com/office/powerpoint/2010/main" val="889018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3A7E6-7C95-DE87-945F-119E4616B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036DF-9048-DDA0-619B-79B41D854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err="1"/>
              <a:t>Hijerarhizacija</a:t>
            </a:r>
            <a:endParaRPr lang="fr-B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44E4E7-D947-C1B0-6764-A0DBD4645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Informacijska hijerarhija odnosi se na organiziranje sadržaja na web stranici na način koji korisnicima olakšava snalaženje i razumijevanje. Uključuje određivanje prioriteta važnih informacija, vođenje korisnika kroz sadržaj te stvaranje strukture koja unapređuje cjelokupno korisničko iskustvo.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859117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70014-2BEE-4E0E-3B49-F9E249695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5A024-C5A4-9A4E-886C-FFD28CF40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err="1"/>
              <a:t>Naviga</a:t>
            </a:r>
            <a:r>
              <a:rPr lang="hr-HR" dirty="0" err="1"/>
              <a:t>cija</a:t>
            </a:r>
            <a:endParaRPr lang="fr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C7193-8E64-AE7A-FE21-A51A56061E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hr-HR" b="1" dirty="0"/>
              <a:t>Vrste navigacije u UI/UX dizajnu</a:t>
            </a:r>
          </a:p>
          <a:p>
            <a:pPr marL="0" indent="0">
              <a:buNone/>
            </a:pPr>
            <a:r>
              <a:rPr lang="hr-HR" b="1" dirty="0"/>
              <a:t>1. Gornja navigacija (Top </a:t>
            </a:r>
            <a:r>
              <a:rPr lang="hr-HR" b="1" dirty="0" err="1"/>
              <a:t>Navigation</a:t>
            </a:r>
            <a:r>
              <a:rPr lang="hr-HR" b="1" dirty="0"/>
              <a:t>)</a:t>
            </a:r>
          </a:p>
          <a:p>
            <a:r>
              <a:rPr lang="hr-HR" dirty="0"/>
              <a:t>Horizontalni izbornik smješten na vrhu stranice, idealan za web stranice s velikom količinom sadržaja.</a:t>
            </a:r>
          </a:p>
          <a:p>
            <a:pPr marL="0" indent="0">
              <a:buNone/>
            </a:pPr>
            <a:r>
              <a:rPr lang="hr-HR" b="1" dirty="0"/>
              <a:t>2. Bočna navigacija (Side </a:t>
            </a:r>
            <a:r>
              <a:rPr lang="hr-HR" b="1" dirty="0" err="1"/>
              <a:t>Navigation</a:t>
            </a:r>
            <a:r>
              <a:rPr lang="hr-HR" b="1" dirty="0"/>
              <a:t>)</a:t>
            </a:r>
          </a:p>
          <a:p>
            <a:r>
              <a:rPr lang="hr-HR" dirty="0"/>
              <a:t>Vertikalni izbornik smješten lijevo ili desno, odličan za brz pristup sadržaju bez potrebe za </a:t>
            </a:r>
            <a:r>
              <a:rPr lang="hr-HR" dirty="0" err="1"/>
              <a:t>skrolanjem</a:t>
            </a:r>
            <a:r>
              <a:rPr lang="hr-HR" dirty="0"/>
              <a:t>.</a:t>
            </a:r>
          </a:p>
          <a:p>
            <a:pPr marL="0" indent="0">
              <a:buNone/>
            </a:pPr>
            <a:r>
              <a:rPr lang="hr-HR" b="1" dirty="0"/>
              <a:t>3. Padajuća navigacija (</a:t>
            </a:r>
            <a:r>
              <a:rPr lang="hr-HR" b="1" dirty="0" err="1"/>
              <a:t>Dropdown</a:t>
            </a:r>
            <a:r>
              <a:rPr lang="hr-HR" b="1" dirty="0"/>
              <a:t> </a:t>
            </a:r>
            <a:r>
              <a:rPr lang="hr-HR" b="1" dirty="0" err="1"/>
              <a:t>Navigation</a:t>
            </a:r>
            <a:r>
              <a:rPr lang="hr-HR" b="1" dirty="0"/>
              <a:t>)</a:t>
            </a:r>
          </a:p>
          <a:p>
            <a:r>
              <a:rPr lang="hr-HR" dirty="0"/>
              <a:t>Izbornik koji se proširuje klikom ili prelaskom miša, prikladan za aplikacije s mnogo funkcionalnosti i kategorija.</a:t>
            </a:r>
          </a:p>
          <a:p>
            <a:pPr marL="0" indent="0">
              <a:buNone/>
            </a:pPr>
            <a:r>
              <a:rPr lang="hr-HR" b="1" dirty="0"/>
              <a:t>4. Navigacija preko cijelog zaslona (</a:t>
            </a:r>
            <a:r>
              <a:rPr lang="hr-HR" b="1" dirty="0" err="1"/>
              <a:t>Full</a:t>
            </a:r>
            <a:r>
              <a:rPr lang="hr-HR" b="1" dirty="0"/>
              <a:t>-Screen </a:t>
            </a:r>
            <a:r>
              <a:rPr lang="hr-HR" b="1" dirty="0" err="1"/>
              <a:t>Navigation</a:t>
            </a:r>
            <a:r>
              <a:rPr lang="hr-HR" b="1" dirty="0"/>
              <a:t>)</a:t>
            </a:r>
          </a:p>
          <a:p>
            <a:r>
              <a:rPr lang="hr-HR" dirty="0"/>
              <a:t>Izbornik koji zauzima cijeli zaslon, koristan za platforme za dijeljenje znanja i mobilne uređaje.</a:t>
            </a:r>
          </a:p>
        </p:txBody>
      </p:sp>
    </p:spTree>
    <p:extLst>
      <p:ext uri="{BB962C8B-B14F-4D97-AF65-F5344CB8AC3E}">
        <p14:creationId xmlns:p14="http://schemas.microsoft.com/office/powerpoint/2010/main" val="24920389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C2794-57D1-1492-DB49-BEF125D42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err="1"/>
              <a:t>Naviga</a:t>
            </a:r>
            <a:r>
              <a:rPr lang="hr-HR" dirty="0" err="1"/>
              <a:t>cija</a:t>
            </a:r>
            <a:endParaRPr lang="fr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4A08A-ECE5-4DAA-41C2-52E36D519C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hr-HR" b="1" dirty="0"/>
              <a:t>Hamburger izbornik (Hamburger </a:t>
            </a:r>
            <a:r>
              <a:rPr lang="hr-HR" b="1" dirty="0" err="1"/>
              <a:t>Menu</a:t>
            </a:r>
            <a:r>
              <a:rPr lang="hr-HR" b="1" dirty="0"/>
              <a:t>)</a:t>
            </a:r>
          </a:p>
          <a:p>
            <a:r>
              <a:rPr lang="hr-HR" dirty="0"/>
              <a:t>Kompaktan gumb (najčešće s tri vodoravne linije) koji otvara izbornik klikom ili dodirom, često korišten u mobilnim aplikacijama.</a:t>
            </a:r>
          </a:p>
          <a:p>
            <a:pPr marL="0" indent="0">
              <a:buNone/>
            </a:pPr>
            <a:r>
              <a:rPr lang="hr-HR" b="1" dirty="0"/>
              <a:t>Navigacija temeljena na gestama (</a:t>
            </a:r>
            <a:r>
              <a:rPr lang="hr-HR" b="1" dirty="0" err="1"/>
              <a:t>Gesture-Based</a:t>
            </a:r>
            <a:r>
              <a:rPr lang="hr-HR" b="1" dirty="0"/>
              <a:t> </a:t>
            </a:r>
            <a:r>
              <a:rPr lang="hr-HR" b="1" dirty="0" err="1"/>
              <a:t>Navigation</a:t>
            </a:r>
            <a:r>
              <a:rPr lang="hr-HR" b="1" dirty="0"/>
              <a:t>)</a:t>
            </a:r>
          </a:p>
          <a:p>
            <a:r>
              <a:rPr lang="hr-HR" dirty="0"/>
              <a:t>Koristi pokrete poput povlačenja (</a:t>
            </a:r>
            <a:r>
              <a:rPr lang="hr-HR" dirty="0" err="1"/>
              <a:t>swipe</a:t>
            </a:r>
            <a:r>
              <a:rPr lang="hr-HR" dirty="0"/>
              <a:t>) ili širenja/približavanja prstima (</a:t>
            </a:r>
            <a:r>
              <a:rPr lang="hr-HR" dirty="0" err="1"/>
              <a:t>pinch</a:t>
            </a:r>
            <a:r>
              <a:rPr lang="hr-HR" dirty="0"/>
              <a:t>), ključna za mobilne aplikacije.</a:t>
            </a:r>
          </a:p>
          <a:p>
            <a:pPr marL="0" indent="0">
              <a:buNone/>
            </a:pPr>
            <a:r>
              <a:rPr lang="hr-HR" b="1" dirty="0"/>
              <a:t>Donja navigacijska traka (</a:t>
            </a:r>
            <a:r>
              <a:rPr lang="hr-HR" b="1" dirty="0" err="1"/>
              <a:t>Bottom</a:t>
            </a:r>
            <a:r>
              <a:rPr lang="hr-HR" b="1" dirty="0"/>
              <a:t> Bar </a:t>
            </a:r>
            <a:r>
              <a:rPr lang="hr-HR" b="1" dirty="0" err="1"/>
              <a:t>Navigation</a:t>
            </a:r>
            <a:r>
              <a:rPr lang="hr-HR" b="1" dirty="0"/>
              <a:t>)</a:t>
            </a:r>
          </a:p>
          <a:p>
            <a:r>
              <a:rPr lang="hr-HR" dirty="0"/>
              <a:t>Fiksni izbornik na dnu aplikacije koji omogućuje brz pristup najvažnijim funkcionalnostima.</a:t>
            </a:r>
          </a:p>
          <a:p>
            <a:pPr marL="0" indent="0">
              <a:buNone/>
            </a:pPr>
            <a:r>
              <a:rPr lang="hr-HR" b="1" dirty="0" err="1"/>
              <a:t>Breadcrumb</a:t>
            </a:r>
            <a:r>
              <a:rPr lang="hr-HR" b="1" dirty="0"/>
              <a:t> navigacija</a:t>
            </a:r>
          </a:p>
          <a:p>
            <a:r>
              <a:rPr lang="hr-HR" dirty="0" err="1"/>
              <a:t>Klikabilni</a:t>
            </a:r>
            <a:r>
              <a:rPr lang="hr-HR" dirty="0"/>
              <a:t> niz poveznica koji prikazuje trenutnu lokaciju korisnika unutar strukture stranice, posebno koristan za web stranice sa slojevitim (hijerarhijskim) sadržajem.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B842D9-1A77-C54D-F07C-02201EB19571}"/>
              </a:ext>
            </a:extLst>
          </p:cNvPr>
          <p:cNvSpPr txBox="1"/>
          <p:nvPr/>
        </p:nvSpPr>
        <p:spPr>
          <a:xfrm>
            <a:off x="8610599" y="5908100"/>
            <a:ext cx="2743201" cy="1077218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r>
              <a:rPr lang="fr-BE" sz="3200" dirty="0" err="1">
                <a:hlinkClick r:id="rId3"/>
              </a:rPr>
              <a:t>Uspješni</a:t>
            </a:r>
            <a:r>
              <a:rPr lang="fr-BE" sz="3200" dirty="0">
                <a:hlinkClick r:id="rId3"/>
              </a:rPr>
              <a:t> </a:t>
            </a:r>
            <a:r>
              <a:rPr lang="fr-BE" sz="3200" dirty="0" err="1">
                <a:hlinkClick r:id="rId3"/>
              </a:rPr>
              <a:t>primjeri</a:t>
            </a:r>
            <a:endParaRPr lang="fr-BE" sz="3200" dirty="0"/>
          </a:p>
        </p:txBody>
      </p:sp>
    </p:spTree>
    <p:extLst>
      <p:ext uri="{BB962C8B-B14F-4D97-AF65-F5344CB8AC3E}">
        <p14:creationId xmlns:p14="http://schemas.microsoft.com/office/powerpoint/2010/main" val="12781352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6EE52-5AEE-A9C9-6CC6-F57C31379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fr-BE" dirty="0" err="1"/>
              <a:t>Breadcrumb</a:t>
            </a:r>
            <a:r>
              <a:rPr lang="hr-HR" dirty="0"/>
              <a:t> navigacija</a:t>
            </a:r>
            <a:endParaRPr lang="fr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78533-8414-393A-3D89-2688A304AD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hr-HR" sz="2400" dirty="0" err="1"/>
              <a:t>Breadcrumb</a:t>
            </a:r>
            <a:r>
              <a:rPr lang="hr-HR" sz="2400" dirty="0"/>
              <a:t> je sekundarni navigacijski element koji poboljšava korisničko iskustvo pomažući korisnicima da razumiju svoju trenutnu lokaciju unutar web stranice ili mobilne aplikacije.</a:t>
            </a:r>
          </a:p>
          <a:p>
            <a:r>
              <a:rPr lang="hr-HR" sz="2400" dirty="0"/>
              <a:t>Pojam „</a:t>
            </a:r>
            <a:r>
              <a:rPr lang="hr-HR" sz="2400" dirty="0" err="1"/>
              <a:t>breadcrumb</a:t>
            </a:r>
            <a:r>
              <a:rPr lang="hr-HR" sz="2400" dirty="0"/>
              <a:t>” ili „</a:t>
            </a:r>
            <a:r>
              <a:rPr lang="hr-HR" sz="2400" dirty="0" err="1"/>
              <a:t>breadcrumb</a:t>
            </a:r>
            <a:r>
              <a:rPr lang="hr-HR" sz="2400" dirty="0"/>
              <a:t> </a:t>
            </a:r>
            <a:r>
              <a:rPr lang="hr-HR" sz="2400" dirty="0" err="1"/>
              <a:t>trail</a:t>
            </a:r>
            <a:r>
              <a:rPr lang="hr-HR" sz="2400" dirty="0"/>
              <a:t>” (trag mrvica) preuzet je iz bajke </a:t>
            </a:r>
            <a:r>
              <a:rPr lang="hr-HR" sz="2400" dirty="0" err="1"/>
              <a:t>Hansel</a:t>
            </a:r>
            <a:r>
              <a:rPr lang="hr-HR" sz="2400" dirty="0"/>
              <a:t> </a:t>
            </a:r>
            <a:r>
              <a:rPr lang="hr-HR" sz="2400" dirty="0" err="1"/>
              <a:t>and</a:t>
            </a:r>
            <a:r>
              <a:rPr lang="hr-HR" sz="2400" dirty="0"/>
              <a:t> </a:t>
            </a:r>
            <a:r>
              <a:rPr lang="hr-HR" sz="2400" dirty="0" err="1"/>
              <a:t>Gretel</a:t>
            </a:r>
            <a:r>
              <a:rPr lang="hr-HR" sz="2400" dirty="0"/>
              <a:t>, u kojoj djeca ostavljaju trag mrvica kako bi pronašla put natrag kući.</a:t>
            </a:r>
          </a:p>
          <a:p>
            <a:endParaRPr lang="fr-BE" sz="2400" dirty="0"/>
          </a:p>
        </p:txBody>
      </p:sp>
      <p:pic>
        <p:nvPicPr>
          <p:cNvPr id="5122" name="Picture 2" descr="Henry Tudor on X: &quot;The clear moral of Hansel and Gretel -- in which Hansel  lays a trail of bread crumbs as their father takes them deep into the woods  -- is">
            <a:extLst>
              <a:ext uri="{FF2B5EF4-FFF2-40B4-BE49-F238E27FC236}">
                <a16:creationId xmlns:a16="http://schemas.microsoft.com/office/drawing/2014/main" id="{1843E953-F832-2CFB-9AE1-DC7354578A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78" r="22738" b="-1"/>
          <a:stretch/>
        </p:blipFill>
        <p:spPr bwMode="auto">
          <a:xfrm>
            <a:off x="6172200" y="1825625"/>
            <a:ext cx="5181600" cy="4351338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766861A-1CC6-6E7F-306C-451057D3E380}"/>
              </a:ext>
            </a:extLst>
          </p:cNvPr>
          <p:cNvSpPr txBox="1"/>
          <p:nvPr/>
        </p:nvSpPr>
        <p:spPr>
          <a:xfrm>
            <a:off x="6212763" y="6173400"/>
            <a:ext cx="52934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sz="1200" dirty="0">
                <a:latin typeface="Bahnschrift SemiLight" panose="020B0502040204020203" pitchFamily="34" charset="0"/>
              </a:rPr>
              <a:t>Source: </a:t>
            </a:r>
            <a:r>
              <a:rPr lang="fr-BE" sz="1200" dirty="0">
                <a:latin typeface="Bahnschrift SemiLight" panose="020B0502040204020203" pitchFamily="34" charset="0"/>
                <a:hlinkClick r:id="rId4"/>
              </a:rPr>
              <a:t>https://bir.ch/blog/why-are-cookies-in-a-browser-called-cookies</a:t>
            </a:r>
            <a:endParaRPr lang="fr-BE" sz="1200" dirty="0">
              <a:latin typeface="Bahnschrift SemiLight" panose="020B0502040204020203" pitchFamily="34" charset="0"/>
            </a:endParaRPr>
          </a:p>
          <a:p>
            <a:endParaRPr lang="fr-BE" sz="1200" dirty="0">
              <a:latin typeface="Bahnschrift Semi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79554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C187C-2F39-CAF0-798B-76726F1B7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90E12-6DF3-8073-37A1-097788F17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fr-BE" dirty="0" err="1"/>
              <a:t>Breadcrumb</a:t>
            </a:r>
            <a:r>
              <a:rPr lang="hr-HR" dirty="0"/>
              <a:t> navigacija</a:t>
            </a:r>
            <a:endParaRPr lang="fr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D8DBF-776C-A929-AE0C-9157C51E91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515599" cy="4351338"/>
          </a:xfrm>
        </p:spPr>
        <p:txBody>
          <a:bodyPr>
            <a:normAutofit/>
          </a:bodyPr>
          <a:lstStyle/>
          <a:p>
            <a:r>
              <a:rPr lang="hr-HR" sz="2400" b="1" dirty="0"/>
              <a:t>Nemojte zamijeniti primarni navigacijski izbornik:</a:t>
            </a:r>
            <a:r>
              <a:rPr lang="hr-HR" sz="2400" dirty="0"/>
              <a:t> </a:t>
            </a:r>
            <a:r>
              <a:rPr lang="hr-HR" sz="2400" dirty="0" err="1"/>
              <a:t>Breadcrumb</a:t>
            </a:r>
            <a:r>
              <a:rPr lang="hr-HR" sz="2400" dirty="0"/>
              <a:t> navigacija nije namijenjena zamjeni, ponavljanju niti odvraćanju pažnje od glavne navigacije. Njezina je svrha dodati dodatnu vrijednost korisničkom putovanju tako što olakšava istraživanje sadržaja i pronalaženje relevantnih informacija.</a:t>
            </a:r>
            <a:endParaRPr lang="fr-BE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00E728-EEFD-AC8F-5889-2FD0852E45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b="55325"/>
          <a:stretch/>
        </p:blipFill>
        <p:spPr>
          <a:xfrm>
            <a:off x="1195375" y="3601844"/>
            <a:ext cx="9801245" cy="28910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34882F-99CC-7E99-519A-A4C02F40EBEB}"/>
              </a:ext>
            </a:extLst>
          </p:cNvPr>
          <p:cNvSpPr txBox="1"/>
          <p:nvPr/>
        </p:nvSpPr>
        <p:spPr>
          <a:xfrm>
            <a:off x="9048536" y="6492875"/>
            <a:ext cx="24729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sz="1200" dirty="0">
                <a:latin typeface="Bahnschrift SemiLight" panose="020B0502040204020203" pitchFamily="34" charset="0"/>
              </a:rPr>
              <a:t>Source: </a:t>
            </a:r>
            <a:r>
              <a:rPr lang="fr-BE" sz="1200" dirty="0">
                <a:latin typeface="Bahnschrift SemiLight" panose="020B0502040204020203" pitchFamily="34" charset="0"/>
                <a:hlinkClick r:id="rId4"/>
              </a:rPr>
              <a:t>https://theguardian.com</a:t>
            </a:r>
            <a:r>
              <a:rPr lang="fr-BE" sz="1200" dirty="0">
                <a:latin typeface="Bahnschrift SemiLight" panose="020B0502040204020203" pitchFamily="34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8053912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FE388-A531-136D-CF53-DE76B0DBC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571BE-7FD6-5BF3-5E92-28A0F356C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hr-HR" dirty="0"/>
              <a:t>Taksonomija i klasifikacija</a:t>
            </a:r>
            <a:endParaRPr lang="fr-B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16E83A-FC70-B4C4-B8CB-58AA1ADC5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hr-HR" sz="2000" dirty="0"/>
              <a:t>Taksonomija je u svojoj srži znanost posvećena procesu klasifikacije. Iako je pojam najpoznatiji u biologiji, gdje se koristi za klasificiranje organizama, u svijetu dizajna i korisničkog iskustva (UX) dobiva posebnu i vrlo važnu dimenziju.</a:t>
            </a:r>
          </a:p>
          <a:p>
            <a:r>
              <a:rPr lang="hr-HR" sz="2000" dirty="0"/>
              <a:t>UX taksonomija odnosi se na grupiranje informacija u relevantne skupine ili kategorije unutar digitalnih platformi, poput web stranica ili mobilnih aplikacija. Njezin je cilj strukturirati informacije tako da korisnici mogu </a:t>
            </a:r>
            <a:r>
              <a:rPr lang="hr-HR" sz="2000" dirty="0" err="1"/>
              <a:t>navigirati</a:t>
            </a:r>
            <a:r>
              <a:rPr lang="hr-HR" sz="2000" dirty="0"/>
              <a:t> i pristupati sadržaju na intuitivan i učinkovit način.</a:t>
            </a:r>
          </a:p>
          <a:p>
            <a:endParaRPr lang="fr-BE" sz="2000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8FFD69F0-0FB6-80D4-610E-A3B0CB1F19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4639145"/>
              </p:ext>
            </p:extLst>
          </p:nvPr>
        </p:nvGraphicFramePr>
        <p:xfrm>
          <a:off x="4343400" y="1741262"/>
          <a:ext cx="8949842" cy="46810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540401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A9CFC-F4FF-01E0-DBFA-5763A2EE7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E6FB5-3C23-B115-EB09-B2A305C5C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hr-HR" dirty="0"/>
              <a:t>Taksonomija i klasifikacija</a:t>
            </a:r>
            <a:endParaRPr lang="fr-B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375EF2-BDD6-AE7F-7EF9-C0FA39C4E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14731" cy="4351338"/>
          </a:xfrm>
        </p:spPr>
        <p:txBody>
          <a:bodyPr>
            <a:normAutofit/>
          </a:bodyPr>
          <a:lstStyle/>
          <a:p>
            <a:r>
              <a:rPr lang="hr-HR" dirty="0"/>
              <a:t>Kreirajmo taksonomiju za DIY uslugu uključenu na web stranici trgovine koristeći </a:t>
            </a:r>
            <a:r>
              <a:rPr lang="hr-HR" b="1" dirty="0"/>
              <a:t>Post-</a:t>
            </a:r>
            <a:r>
              <a:rPr lang="hr-HR" b="1" dirty="0" err="1"/>
              <a:t>it</a:t>
            </a:r>
            <a:r>
              <a:rPr lang="hr-HR" b="1" dirty="0"/>
              <a:t> metodu.</a:t>
            </a:r>
          </a:p>
          <a:p>
            <a:r>
              <a:rPr lang="hr-HR" dirty="0"/>
              <a:t>Cilj je definirati jasne kategorije i potkategorije kako bi se korisnicima olakšalo snalaženje i navigacija kroz stranicu.</a:t>
            </a:r>
          </a:p>
        </p:txBody>
      </p:sp>
      <p:pic>
        <p:nvPicPr>
          <p:cNvPr id="9218" name="Picture 2" descr="Colorful Sticky Notes Uplifting Motivational Words Stock Photo 28630645 |  Shutterstock">
            <a:extLst>
              <a:ext uri="{FF2B5EF4-FFF2-40B4-BE49-F238E27FC236}">
                <a16:creationId xmlns:a16="http://schemas.microsoft.com/office/drawing/2014/main" id="{6B00C679-C469-0244-4598-10C8D5EDCE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04"/>
          <a:stretch/>
        </p:blipFill>
        <p:spPr bwMode="auto">
          <a:xfrm>
            <a:off x="6172200" y="2577239"/>
            <a:ext cx="5181600" cy="3403783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1CF42AD-DAE6-113B-4547-3E19A98B3F9E}"/>
              </a:ext>
            </a:extLst>
          </p:cNvPr>
          <p:cNvSpPr txBox="1"/>
          <p:nvPr/>
        </p:nvSpPr>
        <p:spPr>
          <a:xfrm>
            <a:off x="6096000" y="5981022"/>
            <a:ext cx="55739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sz="1200" dirty="0">
                <a:latin typeface="Bahnschrift SemiLight" panose="020B0502040204020203" pitchFamily="34" charset="0"/>
              </a:rPr>
              <a:t>Source: </a:t>
            </a:r>
            <a:r>
              <a:rPr lang="fr-BE" sz="1200" dirty="0">
                <a:latin typeface="Bahnschrift SemiLight" panose="020B0502040204020203" pitchFamily="34" charset="0"/>
                <a:hlinkClick r:id="rId4"/>
              </a:rPr>
              <a:t>https://www.tomazlaven.se/ordsprak-visdomsord-och-citat-om-livet/</a:t>
            </a:r>
            <a:endParaRPr lang="fr-BE" sz="1200" dirty="0">
              <a:latin typeface="Bahnschrift SemiLight" panose="020B0502040204020203" pitchFamily="34" charset="0"/>
            </a:endParaRPr>
          </a:p>
          <a:p>
            <a:endParaRPr lang="fr-BE" sz="1200" dirty="0">
              <a:latin typeface="Bahnschrift Semi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46150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5EA7F-FBE5-0095-30B9-035EF800E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343B5-04D2-DF1A-C099-05D28D507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hr-HR" dirty="0"/>
              <a:t>Taksonomija i klasifikacija</a:t>
            </a:r>
            <a:endParaRPr lang="fr-B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413AC3-355E-6EF5-94FF-B74493708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887691" cy="4351338"/>
          </a:xfrm>
        </p:spPr>
        <p:txBody>
          <a:bodyPr>
            <a:normAutofit/>
          </a:bodyPr>
          <a:lstStyle/>
          <a:p>
            <a:r>
              <a:rPr lang="en-US" b="1" dirty="0"/>
              <a:t>Brainstorm</a:t>
            </a:r>
            <a:r>
              <a:rPr lang="hr-HR" b="1" dirty="0" err="1"/>
              <a:t>ing</a:t>
            </a:r>
            <a:r>
              <a:rPr lang="hr-HR" b="1" dirty="0"/>
              <a:t> sadržaja</a:t>
            </a:r>
            <a:r>
              <a:rPr lang="en-US" b="1" dirty="0"/>
              <a:t>  </a:t>
            </a:r>
          </a:p>
          <a:p>
            <a:r>
              <a:rPr lang="hr-HR" b="1" dirty="0"/>
              <a:t>Uputa:</a:t>
            </a:r>
            <a:endParaRPr lang="hr-HR" dirty="0"/>
          </a:p>
          <a:p>
            <a:pPr lvl="1"/>
            <a:r>
              <a:rPr lang="hr-HR" dirty="0"/>
              <a:t>Napišite jednu temu na svaki Post-</a:t>
            </a:r>
            <a:r>
              <a:rPr lang="hr-HR" dirty="0" err="1"/>
              <a:t>it</a:t>
            </a:r>
            <a:r>
              <a:rPr lang="hr-HR" dirty="0"/>
              <a:t> (npr. „Materijali“, „Radionice“, „Video </a:t>
            </a:r>
            <a:r>
              <a:rPr lang="hr-HR" dirty="0" err="1"/>
              <a:t>tutorijali</a:t>
            </a:r>
            <a:r>
              <a:rPr lang="hr-HR" dirty="0"/>
              <a:t>“).</a:t>
            </a:r>
          </a:p>
          <a:p>
            <a:pPr lvl="1"/>
            <a:r>
              <a:rPr lang="hr-HR" dirty="0"/>
              <a:t>Razmišljajte o temama, formatima, potrebama korisnika i vrstama sadržaja.</a:t>
            </a:r>
          </a:p>
          <a:p>
            <a:pPr lvl="1"/>
            <a:r>
              <a:rPr lang="hr-HR" dirty="0"/>
              <a:t>Zalijepite ih nasumično na ploču.</a:t>
            </a:r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8977592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59884-5AF8-A16D-D4C7-11E34218A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96B47-7455-214C-8103-AC69C82DF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hr-HR" dirty="0"/>
              <a:t>Taksonomija i klasifikacija</a:t>
            </a:r>
            <a:endParaRPr lang="fr-B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A90D59-216F-BCE4-64F3-0FA5E18253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887691" cy="4351338"/>
          </a:xfrm>
        </p:spPr>
        <p:txBody>
          <a:bodyPr>
            <a:normAutofit/>
          </a:bodyPr>
          <a:lstStyle/>
          <a:p>
            <a:r>
              <a:rPr lang="hr-HR" b="1" dirty="0"/>
              <a:t>Grupirajte slične ideje</a:t>
            </a:r>
            <a:endParaRPr lang="en-US" b="1" dirty="0"/>
          </a:p>
          <a:p>
            <a:r>
              <a:rPr lang="hr-HR" b="1" dirty="0"/>
              <a:t>Uputa:</a:t>
            </a:r>
            <a:endParaRPr lang="hr-HR" dirty="0"/>
          </a:p>
          <a:p>
            <a:pPr lvl="1"/>
            <a:r>
              <a:rPr lang="hr-HR" dirty="0"/>
              <a:t>Kao grupa, organizirajte slične Post-</a:t>
            </a:r>
            <a:r>
              <a:rPr lang="hr-HR" dirty="0" err="1"/>
              <a:t>it</a:t>
            </a:r>
            <a:r>
              <a:rPr lang="hr-HR" dirty="0"/>
              <a:t> papiriće u tematske skupine.</a:t>
            </a:r>
          </a:p>
          <a:p>
            <a:pPr lvl="1"/>
            <a:r>
              <a:rPr lang="hr-HR" dirty="0"/>
              <a:t>Uočite obrasce i zajedničke teme.</a:t>
            </a:r>
          </a:p>
          <a:p>
            <a:pPr lvl="1"/>
            <a:r>
              <a:rPr lang="hr-HR" dirty="0"/>
              <a:t>Nemojte još definirati konačne kategorije — samo ih logično grupirajte.</a:t>
            </a:r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9486851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2B7F1-541D-FD57-662C-D6FAD1B54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73DB8-233E-F525-DDEC-376B89161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hr-HR" dirty="0"/>
              <a:t>Taksonomija i klasifikacija</a:t>
            </a:r>
            <a:endParaRPr lang="fr-B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7878AB-2A9E-E8B6-701F-15026C615D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887691" cy="4351338"/>
          </a:xfrm>
        </p:spPr>
        <p:txBody>
          <a:bodyPr>
            <a:normAutofit/>
          </a:bodyPr>
          <a:lstStyle/>
          <a:p>
            <a:r>
              <a:rPr lang="hr-HR" b="1" dirty="0"/>
              <a:t>Definirajte glavne kategorije</a:t>
            </a:r>
            <a:endParaRPr lang="en-US" b="1" dirty="0"/>
          </a:p>
          <a:p>
            <a:r>
              <a:rPr lang="hr-HR" dirty="0"/>
              <a:t>Uputa</a:t>
            </a:r>
            <a:r>
              <a:rPr lang="en-US" dirty="0"/>
              <a:t>:</a:t>
            </a:r>
          </a:p>
          <a:p>
            <a:pPr lvl="1"/>
            <a:r>
              <a:rPr lang="hr-HR" dirty="0"/>
              <a:t>Identificirajte 4-6 šire kategorije iz postojećih skupina</a:t>
            </a:r>
            <a:endParaRPr lang="en-US" dirty="0"/>
          </a:p>
          <a:p>
            <a:pPr lvl="1"/>
            <a:r>
              <a:rPr lang="hr-HR" dirty="0"/>
              <a:t>Napišite nazive kategorija na nove Post-</a:t>
            </a:r>
            <a:r>
              <a:rPr lang="hr-HR" dirty="0" err="1"/>
              <a:t>it</a:t>
            </a:r>
            <a:r>
              <a:rPr lang="hr-HR" dirty="0"/>
              <a:t> papiriće i postavite ih na vrh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442113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F951F-114B-CCD6-8C8E-CEFDEEA11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15722-6BFB-9FD7-1A35-FEDF0A884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hr-HR" dirty="0"/>
              <a:t>Taksonomija i klasifikacija</a:t>
            </a:r>
            <a:endParaRPr lang="fr-B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46DBC9-A807-1572-C950-A5435FE205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887691" cy="4351338"/>
          </a:xfrm>
        </p:spPr>
        <p:txBody>
          <a:bodyPr>
            <a:normAutofit/>
          </a:bodyPr>
          <a:lstStyle/>
          <a:p>
            <a:r>
              <a:rPr lang="hr-HR" b="1" dirty="0"/>
              <a:t>Doradite potkategorije – Grupirajte i označite sadržaj</a:t>
            </a:r>
            <a:endParaRPr lang="hr-HR" dirty="0"/>
          </a:p>
          <a:p>
            <a:r>
              <a:rPr lang="hr-HR" b="1" dirty="0"/>
              <a:t>Uputa:</a:t>
            </a:r>
            <a:endParaRPr lang="hr-HR" dirty="0"/>
          </a:p>
          <a:p>
            <a:pPr lvl="1"/>
            <a:r>
              <a:rPr lang="hr-HR" dirty="0"/>
              <a:t>Postavite pojedine Post-</a:t>
            </a:r>
            <a:r>
              <a:rPr lang="hr-HR" dirty="0" err="1"/>
              <a:t>it</a:t>
            </a:r>
            <a:r>
              <a:rPr lang="hr-HR" dirty="0"/>
              <a:t> papiriće ispod najrelevantnije glavne kategorije.</a:t>
            </a:r>
          </a:p>
          <a:p>
            <a:pPr lvl="1"/>
            <a:r>
              <a:rPr lang="hr-HR" dirty="0"/>
              <a:t>Po potrebi spajajte, preimenujte ili dodatno precizirajte nazive.</a:t>
            </a:r>
          </a:p>
          <a:p>
            <a:pPr marL="0" indent="0">
              <a:buNone/>
            </a:pP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2596189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F5B66-7181-77C2-EC6A-9B5112411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48BD0-8B87-A295-609E-496137C2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hr-HR" dirty="0"/>
              <a:t>Mapiranje informacija</a:t>
            </a:r>
            <a:endParaRPr lang="fr-B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F393CA-D28C-3AEB-AA84-ADD14D8284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 lnSpcReduction="10000"/>
          </a:bodyPr>
          <a:lstStyle/>
          <a:p>
            <a:r>
              <a:rPr lang="hr-HR" sz="2000" dirty="0"/>
              <a:t>Imate sadržaj i imate logične skupine. Sada dolazi ključno pitanje – kako će korisnici doći do tog sadržaja?</a:t>
            </a:r>
          </a:p>
          <a:p>
            <a:r>
              <a:rPr lang="hr-HR" sz="2000" dirty="0"/>
              <a:t>Mapa stranice (</a:t>
            </a:r>
            <a:r>
              <a:rPr lang="hr-HR" sz="2000" dirty="0" err="1"/>
              <a:t>sitemap</a:t>
            </a:r>
            <a:r>
              <a:rPr lang="hr-HR" sz="2000" dirty="0"/>
              <a:t>) strukturirani je vizualni prikaz sadržaja web stranice ili aplikacije koji prikazuje odnose između nadređenih i podređenih stranica. Pomaže u definiranju hijerarhije i tijeka navigacije te jasno pokazuje kako su različiti dijelovi međusobno povezani.</a:t>
            </a:r>
          </a:p>
          <a:p>
            <a:r>
              <a:rPr lang="hr-HR" sz="2000" dirty="0"/>
              <a:t>Ova struktura, koja se često naziva </a:t>
            </a:r>
            <a:r>
              <a:rPr lang="hr-HR" sz="2000" dirty="0" err="1"/>
              <a:t>stablasta</a:t>
            </a:r>
            <a:r>
              <a:rPr lang="hr-HR" sz="2000" dirty="0"/>
              <a:t> struktura (</a:t>
            </a:r>
            <a:r>
              <a:rPr lang="hr-HR" sz="2000" dirty="0" err="1"/>
              <a:t>tree</a:t>
            </a:r>
            <a:r>
              <a:rPr lang="hr-HR" sz="2000" dirty="0"/>
              <a:t> </a:t>
            </a:r>
            <a:r>
              <a:rPr lang="hr-HR" sz="2000" dirty="0" err="1"/>
              <a:t>structure</a:t>
            </a:r>
            <a:r>
              <a:rPr lang="hr-HR" sz="2000" dirty="0"/>
              <a:t>), osigurava logičnu organizaciju i poboljšava korisničko iskustvo tako što učinkovito vodi posjetitelje kroz stranicu.</a:t>
            </a:r>
          </a:p>
        </p:txBody>
      </p:sp>
      <p:pic>
        <p:nvPicPr>
          <p:cNvPr id="10242" name="Picture 2" descr="A diagram of a service&#10;&#10;AI-generated content may be incorrect.">
            <a:extLst>
              <a:ext uri="{FF2B5EF4-FFF2-40B4-BE49-F238E27FC236}">
                <a16:creationId xmlns:a16="http://schemas.microsoft.com/office/drawing/2014/main" id="{40EA1D91-B340-D262-1EDC-2D593A82C4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72200" y="2712371"/>
            <a:ext cx="5181600" cy="2577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61DB82E-ACDE-9F76-4134-0725610D0F94}"/>
              </a:ext>
            </a:extLst>
          </p:cNvPr>
          <p:cNvSpPr txBox="1"/>
          <p:nvPr/>
        </p:nvSpPr>
        <p:spPr>
          <a:xfrm>
            <a:off x="6329783" y="5290216"/>
            <a:ext cx="51764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sz="1200" dirty="0">
                <a:latin typeface="Bahnschrift SemiLight" panose="020B0502040204020203" pitchFamily="34" charset="0"/>
              </a:rPr>
              <a:t>Source: </a:t>
            </a:r>
            <a:r>
              <a:rPr lang="fr-BE" sz="1200" dirty="0">
                <a:latin typeface="Bahnschrift SemiLight" panose="020B0502040204020203" pitchFamily="34" charset="0"/>
                <a:hlinkClick r:id="rId4"/>
              </a:rPr>
              <a:t>https://www.mockplus.com/learn/wireframe/website-wireframe</a:t>
            </a:r>
            <a:endParaRPr lang="fr-BE" sz="1200" dirty="0">
              <a:latin typeface="Bahnschrift SemiLight" panose="020B0502040204020203" pitchFamily="34" charset="0"/>
            </a:endParaRPr>
          </a:p>
          <a:p>
            <a:endParaRPr lang="fr-BE" sz="1200" dirty="0">
              <a:latin typeface="Bahnschrift Semi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83047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C2F52-3D34-CD3B-F963-ECE354A7A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06EB2-0C68-84F4-9BE8-04115B0AC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hr-HR" dirty="0"/>
              <a:t>Mapiranje informacija</a:t>
            </a:r>
            <a:endParaRPr lang="fr-B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ECF056-987D-0081-D5A6-DDE6339A6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887691" cy="4351338"/>
          </a:xfrm>
        </p:spPr>
        <p:txBody>
          <a:bodyPr>
            <a:normAutofit fontScale="92500"/>
          </a:bodyPr>
          <a:lstStyle/>
          <a:p>
            <a:r>
              <a:rPr lang="hr-HR" dirty="0"/>
              <a:t>Izradite mapu stranice (</a:t>
            </a:r>
            <a:r>
              <a:rPr lang="hr-HR" dirty="0" err="1"/>
              <a:t>sitemap</a:t>
            </a:r>
            <a:r>
              <a:rPr lang="hr-HR" dirty="0"/>
              <a:t>): Na temelju svog istraživanja izradite mapu stranice koja prikazuje kako su stranice međusobno povezane. To vam omogućuje pregled cjelokupne strukture „iz ptičje perspektive“.</a:t>
            </a:r>
          </a:p>
          <a:p>
            <a:r>
              <a:rPr lang="hr-HR" dirty="0"/>
              <a:t>Upotrijebite ovaj alat kako biste svoju mapu stranice prikazali u obliku dijagrama</a:t>
            </a:r>
            <a:r>
              <a:rPr lang="fr-BE" dirty="0"/>
              <a:t>: </a:t>
            </a:r>
            <a:r>
              <a:rPr lang="fr-BE" dirty="0">
                <a:hlinkClick r:id="rId3"/>
              </a:rPr>
              <a:t>https://app.diagrams.net/</a:t>
            </a:r>
            <a:r>
              <a:rPr lang="fr-BE" dirty="0"/>
              <a:t> </a:t>
            </a:r>
          </a:p>
          <a:p>
            <a:r>
              <a:rPr lang="hr-HR" dirty="0"/>
              <a:t>Još jedan alat</a:t>
            </a:r>
            <a:r>
              <a:rPr lang="fr-BE" dirty="0"/>
              <a:t>: </a:t>
            </a:r>
            <a:r>
              <a:rPr lang="fr-BE" dirty="0">
                <a:hlinkClick r:id="rId4"/>
              </a:rPr>
              <a:t>https://www.smartdraw.com/software/tree-diagram-maker.htm?srsltid=AfmBOoo_MX-fU3juv1_FG549CxM11Xj_oQgbQ07DSpbFPAHYkah_MnXi</a:t>
            </a:r>
            <a:r>
              <a:rPr lang="fr-BE" dirty="0"/>
              <a:t> </a:t>
            </a:r>
          </a:p>
          <a:p>
            <a:endParaRPr lang="en-US" dirty="0"/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2859413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52129-E531-2886-56DF-E02D9732E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E102C-F70D-DF2B-23DE-A0920FD91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712" y="365125"/>
            <a:ext cx="11262732" cy="1325563"/>
          </a:xfrm>
        </p:spPr>
        <p:txBody>
          <a:bodyPr anchor="ctr">
            <a:normAutofit/>
          </a:bodyPr>
          <a:lstStyle/>
          <a:p>
            <a:r>
              <a:rPr lang="hr-HR" dirty="0"/>
              <a:t>Skice niske razine detalja (</a:t>
            </a:r>
            <a:r>
              <a:rPr lang="hr-HR" dirty="0" err="1"/>
              <a:t>low-fidelity</a:t>
            </a:r>
            <a:r>
              <a:rPr lang="hr-HR" dirty="0"/>
              <a:t> </a:t>
            </a:r>
            <a:r>
              <a:rPr lang="hr-HR" dirty="0" err="1"/>
              <a:t>wireframeovi</a:t>
            </a:r>
            <a:r>
              <a:rPr lang="hr-HR" dirty="0"/>
              <a:t>)</a:t>
            </a:r>
            <a:endParaRPr lang="fr-B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FD8A33-A510-BFEF-7440-85C16C46BC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hr-HR" sz="2400" dirty="0" err="1"/>
              <a:t>Low-fidelity</a:t>
            </a:r>
            <a:r>
              <a:rPr lang="hr-HR" sz="2400" dirty="0"/>
              <a:t> </a:t>
            </a:r>
            <a:r>
              <a:rPr lang="hr-HR" sz="2400" dirty="0" err="1"/>
              <a:t>wireframe</a:t>
            </a:r>
            <a:r>
              <a:rPr lang="hr-HR" sz="2400" dirty="0"/>
              <a:t> je osnovna skica sučelja web stranice ili aplikacije. Predstavlja pojednostavljenu verziju konačnog proizvoda koja se fokusira na funkcionalnost, a ne na vizualni dizajn.</a:t>
            </a:r>
          </a:p>
          <a:p>
            <a:r>
              <a:rPr lang="hr-HR" sz="2400" dirty="0" err="1"/>
              <a:t>Wireframeovi</a:t>
            </a:r>
            <a:r>
              <a:rPr lang="hr-HR" sz="2400" dirty="0"/>
              <a:t> niske razine detalja najčešće se koriste u ranim fazama projekta kako bi se testirali početni koncepti i prikupile povratne informacije.</a:t>
            </a:r>
          </a:p>
        </p:txBody>
      </p:sp>
      <p:pic>
        <p:nvPicPr>
          <p:cNvPr id="13314" name="Picture 2" descr="Creating Wireframes for Mobile Apps - MockFlow">
            <a:extLst>
              <a:ext uri="{FF2B5EF4-FFF2-40B4-BE49-F238E27FC236}">
                <a16:creationId xmlns:a16="http://schemas.microsoft.com/office/drawing/2014/main" id="{5438B225-9023-4566-76DB-8B541F9195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6172200" y="2543969"/>
            <a:ext cx="5181600" cy="2914649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E7F4A3D-F712-8198-76DC-31DD42C2B0ED}"/>
              </a:ext>
            </a:extLst>
          </p:cNvPr>
          <p:cNvSpPr txBox="1"/>
          <p:nvPr/>
        </p:nvSpPr>
        <p:spPr>
          <a:xfrm>
            <a:off x="6581270" y="5239977"/>
            <a:ext cx="46810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sz="1200" dirty="0">
                <a:latin typeface="Bahnschrift SemiLight" panose="020B0502040204020203" pitchFamily="34" charset="0"/>
              </a:rPr>
              <a:t>Source: </a:t>
            </a:r>
            <a:r>
              <a:rPr lang="fr-BE" sz="1200" dirty="0">
                <a:latin typeface="Bahnschrift SemiLight" panose="020B0502040204020203" pitchFamily="34" charset="0"/>
                <a:hlinkClick r:id="rId3"/>
              </a:rPr>
              <a:t>https://mockflow.com/blog/wireframing-for-mobile-apps</a:t>
            </a:r>
            <a:endParaRPr lang="fr-BE" sz="1200" dirty="0">
              <a:latin typeface="Bahnschrift SemiLight" panose="020B0502040204020203" pitchFamily="34" charset="0"/>
            </a:endParaRPr>
          </a:p>
          <a:p>
            <a:endParaRPr lang="fr-BE" sz="1200" dirty="0">
              <a:latin typeface="Bahnschrift Semi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17693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132D5-85AE-A237-FADB-E4D689ABC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FF470-1BC7-B74D-2605-4BE6CDF27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478" y="365125"/>
            <a:ext cx="11097322" cy="1325563"/>
          </a:xfrm>
        </p:spPr>
        <p:txBody>
          <a:bodyPr anchor="ctr">
            <a:normAutofit/>
          </a:bodyPr>
          <a:lstStyle/>
          <a:p>
            <a:r>
              <a:rPr lang="hr-HR" dirty="0"/>
              <a:t>Skice niske razine detalja (</a:t>
            </a:r>
            <a:r>
              <a:rPr lang="hr-HR" dirty="0" err="1"/>
              <a:t>low-fidelity</a:t>
            </a:r>
            <a:r>
              <a:rPr lang="hr-HR" dirty="0"/>
              <a:t> </a:t>
            </a:r>
            <a:r>
              <a:rPr lang="hr-HR" dirty="0" err="1"/>
              <a:t>wireframeovi</a:t>
            </a:r>
            <a:r>
              <a:rPr lang="hr-HR" dirty="0"/>
              <a:t>)</a:t>
            </a:r>
            <a:endParaRPr lang="fr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F1923-7905-468D-1B5E-B4C4FCDFE3E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hr-HR" dirty="0"/>
              <a:t>Niska razina detalja</a:t>
            </a:r>
            <a:endParaRPr lang="fr-BE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692DC3A-DF30-464B-0C8B-1925EA8999D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hr-HR" dirty="0"/>
              <a:t>Visoka razina detalja</a:t>
            </a:r>
            <a:endParaRPr lang="fr-BE" dirty="0"/>
          </a:p>
          <a:p>
            <a:endParaRPr lang="fr-B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12C048-4A8D-BE73-C0CD-BD1208BAA1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516"/>
          <a:stretch/>
        </p:blipFill>
        <p:spPr>
          <a:xfrm>
            <a:off x="2425847" y="2308801"/>
            <a:ext cx="2006306" cy="41840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336825F-10E3-6292-0497-F8BD1F402B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305"/>
          <a:stretch/>
        </p:blipFill>
        <p:spPr>
          <a:xfrm>
            <a:off x="7233374" y="2308801"/>
            <a:ext cx="2055421" cy="418407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92326D3-6688-0AE8-8BB2-D3F2BF8665A7}"/>
              </a:ext>
            </a:extLst>
          </p:cNvPr>
          <p:cNvSpPr txBox="1"/>
          <p:nvPr/>
        </p:nvSpPr>
        <p:spPr>
          <a:xfrm>
            <a:off x="3567961" y="6533309"/>
            <a:ext cx="52084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sz="1200" dirty="0">
                <a:latin typeface="Bahnschrift SemiLight" panose="020B0502040204020203" pitchFamily="34" charset="0"/>
              </a:rPr>
              <a:t>Source:  </a:t>
            </a:r>
            <a:r>
              <a:rPr lang="fr-BE" sz="1200" dirty="0">
                <a:latin typeface="Bahnschrift SemiLight" panose="020B0502040204020203" pitchFamily="34" charset="0"/>
                <a:hlinkClick r:id="rId3"/>
              </a:rPr>
              <a:t>https://decode.agency/article/mobile-app-wireframe-examples/</a:t>
            </a:r>
            <a:endParaRPr lang="fr-BE" sz="1200" dirty="0">
              <a:latin typeface="Bahnschrift SemiLight" panose="020B0502040204020203" pitchFamily="34" charset="0"/>
            </a:endParaRPr>
          </a:p>
          <a:p>
            <a:endParaRPr lang="fr-BE" sz="1200" dirty="0">
              <a:latin typeface="Bahnschrift Semi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19171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2A070-BA5C-0BCA-67D3-23787F869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Dizajnirajte početnu stranicu svoje aplikacije</a:t>
            </a:r>
            <a:endParaRPr lang="fr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A49F4-2FE6-7E83-8BA6-5E1B0F9294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r-HR" dirty="0"/>
              <a:t>Aplikacija treba omogućiti korisnicima:</a:t>
            </a:r>
          </a:p>
          <a:p>
            <a:pPr lvl="1"/>
            <a:r>
              <a:rPr lang="hr-HR" dirty="0"/>
              <a:t>prijavu na DIY radionice</a:t>
            </a:r>
          </a:p>
          <a:p>
            <a:pPr lvl="1"/>
            <a:r>
              <a:rPr lang="hr-HR" dirty="0"/>
              <a:t>pregled projektnih </a:t>
            </a:r>
            <a:r>
              <a:rPr lang="hr-HR" dirty="0" err="1"/>
              <a:t>tutorijala</a:t>
            </a:r>
            <a:endParaRPr lang="hr-HR" dirty="0"/>
          </a:p>
          <a:p>
            <a:pPr lvl="1"/>
            <a:r>
              <a:rPr lang="hr-HR" dirty="0"/>
              <a:t>provjeru dostupnosti alata i materijala u stvarnom vremenu</a:t>
            </a:r>
          </a:p>
          <a:p>
            <a:r>
              <a:rPr lang="hr-HR" dirty="0"/>
              <a:t>Nacrtajte grubi raspored (na papiru ili u digitalnom alatu poput </a:t>
            </a:r>
            <a:r>
              <a:rPr lang="hr-HR" dirty="0" err="1"/>
              <a:t>Figme</a:t>
            </a:r>
            <a:r>
              <a:rPr lang="hr-HR" dirty="0"/>
              <a:t>, </a:t>
            </a:r>
            <a:r>
              <a:rPr lang="hr-HR" dirty="0" err="1"/>
              <a:t>Balsamiqa</a:t>
            </a:r>
            <a:r>
              <a:rPr lang="hr-HR" dirty="0"/>
              <a:t> (</a:t>
            </a:r>
            <a:r>
              <a:rPr lang="hr-HR" dirty="0">
                <a:hlinkClick r:id="rId3"/>
              </a:rPr>
              <a:t>https://balsamiq.com</a:t>
            </a:r>
            <a:r>
              <a:rPr lang="hr-HR" dirty="0"/>
              <a:t>) ili drugog alata za izradu </a:t>
            </a:r>
            <a:r>
              <a:rPr lang="hr-HR" dirty="0" err="1"/>
              <a:t>wireframeova</a:t>
            </a:r>
            <a:r>
              <a:rPr lang="hr-HR" dirty="0"/>
              <a:t>) na temelju informacijske hijerarhije definirane u prethodnom koraku.</a:t>
            </a:r>
          </a:p>
          <a:p>
            <a:r>
              <a:rPr lang="hr-HR" dirty="0"/>
              <a:t>Koristite jednostavne oblike (pravokutnike, krugove) za prikaz različitih UI elemenata.</a:t>
            </a:r>
          </a:p>
          <a:p>
            <a:r>
              <a:rPr lang="hr-HR" dirty="0"/>
              <a:t>Označite svaku sekciju, ali nemojte koristiti stvarni sadržaj ni slike.</a:t>
            </a:r>
          </a:p>
        </p:txBody>
      </p:sp>
    </p:spTree>
    <p:extLst>
      <p:ext uri="{BB962C8B-B14F-4D97-AF65-F5344CB8AC3E}">
        <p14:creationId xmlns:p14="http://schemas.microsoft.com/office/powerpoint/2010/main" val="8172084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878DE-B125-CA93-F02A-ED43D0062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Interaktivna povratna informacija</a:t>
            </a:r>
            <a:endParaRPr lang="fr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B3416-4B2C-42B5-685F-A2464EC0F6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hr-HR" b="1" dirty="0" err="1"/>
              <a:t>Peer</a:t>
            </a:r>
            <a:r>
              <a:rPr lang="hr-HR" b="1" dirty="0"/>
              <a:t> </a:t>
            </a:r>
            <a:r>
              <a:rPr lang="hr-HR" b="1" dirty="0" err="1"/>
              <a:t>Review</a:t>
            </a:r>
            <a:endParaRPr lang="hr-HR" b="1" dirty="0"/>
          </a:p>
          <a:p>
            <a:pPr lvl="1"/>
            <a:r>
              <a:rPr lang="hr-HR" b="1" dirty="0"/>
              <a:t>Jasnoća i struktura</a:t>
            </a:r>
          </a:p>
          <a:p>
            <a:pPr lvl="1"/>
            <a:r>
              <a:rPr lang="hr-HR" dirty="0"/>
              <a:t>Jesu li sve sekcije lako razumljive?</a:t>
            </a:r>
          </a:p>
          <a:p>
            <a:pPr lvl="1"/>
            <a:r>
              <a:rPr lang="hr-HR" dirty="0"/>
              <a:t>Slijedi li raspored logičan tijek?</a:t>
            </a:r>
          </a:p>
          <a:p>
            <a:r>
              <a:rPr lang="hr-HR" b="1" dirty="0"/>
              <a:t>Navigacija i upotrebljivost</a:t>
            </a:r>
          </a:p>
          <a:p>
            <a:pPr lvl="1"/>
            <a:r>
              <a:rPr lang="hr-HR" dirty="0"/>
              <a:t>Je li navigacija intuitivna?</a:t>
            </a:r>
          </a:p>
          <a:p>
            <a:pPr lvl="1"/>
            <a:r>
              <a:rPr lang="hr-HR" dirty="0"/>
              <a:t>Jesu li važni elementi (npr. tražilica, prikaz napretka) lako uočljivi?</a:t>
            </a:r>
          </a:p>
          <a:p>
            <a:r>
              <a:rPr lang="hr-HR" b="1" dirty="0"/>
              <a:t>Dosljednost i ravnoteža</a:t>
            </a:r>
          </a:p>
          <a:p>
            <a:pPr lvl="1"/>
            <a:r>
              <a:rPr lang="hr-HR" dirty="0"/>
              <a:t>Jesu li oblici i veličine dosljedni?</a:t>
            </a:r>
          </a:p>
          <a:p>
            <a:pPr lvl="1"/>
            <a:r>
              <a:rPr lang="hr-HR" dirty="0"/>
              <a:t>Imaju li elementi dovoljno razmaka za dobru čitljivost?</a:t>
            </a:r>
          </a:p>
          <a:p>
            <a:r>
              <a:rPr lang="hr-HR" b="1" dirty="0"/>
              <a:t>Kreativnost i dodatne funkcionalnosti</a:t>
            </a:r>
          </a:p>
          <a:p>
            <a:pPr lvl="1"/>
            <a:r>
              <a:rPr lang="hr-HR" dirty="0"/>
              <a:t>Djeluje li dizajn zanimljivo i privlačno?</a:t>
            </a:r>
          </a:p>
          <a:p>
            <a:pPr lvl="1"/>
            <a:r>
              <a:rPr lang="hr-HR" dirty="0"/>
              <a:t>Imate li prijedloge za poboljšanje korisničkog iskustva?</a:t>
            </a:r>
          </a:p>
        </p:txBody>
      </p:sp>
    </p:spTree>
    <p:extLst>
      <p:ext uri="{BB962C8B-B14F-4D97-AF65-F5344CB8AC3E}">
        <p14:creationId xmlns:p14="http://schemas.microsoft.com/office/powerpoint/2010/main" val="34879913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3B1A9-E3EA-3A0C-D4BB-09720E2F5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Malo prilagodne</a:t>
            </a:r>
            <a:endParaRPr lang="fr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E07EF-B458-666E-17F3-34BE11E202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192491" cy="4351338"/>
          </a:xfrm>
        </p:spPr>
        <p:txBody>
          <a:bodyPr/>
          <a:lstStyle/>
          <a:p>
            <a:r>
              <a:rPr lang="hr-HR" dirty="0"/>
              <a:t>Na temelju dobivenih povratnih informacija napravite najmanje dvije izmjene kako biste unaprijedili svoj </a:t>
            </a:r>
            <a:r>
              <a:rPr lang="hr-HR" dirty="0" err="1"/>
              <a:t>wireframe</a:t>
            </a:r>
            <a:r>
              <a:rPr lang="hr-HR" dirty="0"/>
              <a:t>.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2792253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710C0-10E6-513B-D474-4F7A74B05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dirty="0"/>
              <a:t>Zaključak</a:t>
            </a:r>
            <a:endParaRPr lang="fr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0C1D0-ED8D-9E55-82AE-571557C6FA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Informacijska arhitektura ključan je stup u dizajnu </a:t>
            </a:r>
            <a:r>
              <a:rPr lang="hr-HR" b="1" dirty="0"/>
              <a:t>jasnih, upotrebljivih i skalabilnih</a:t>
            </a:r>
            <a:r>
              <a:rPr lang="hr-HR" dirty="0"/>
              <a:t> informacijskih sustava.</a:t>
            </a:r>
          </a:p>
          <a:p>
            <a:r>
              <a:rPr lang="hr-HR" dirty="0"/>
              <a:t>Ova disciplina, koja nastoji strukturirati, organizirati i označiti sadržaj na logičan način, </a:t>
            </a:r>
            <a:r>
              <a:rPr lang="hr-HR" b="1" dirty="0"/>
              <a:t>olakšava navigaciju i pristup informacijama </a:t>
            </a:r>
            <a:r>
              <a:rPr lang="hr-HR" dirty="0"/>
              <a:t>u sve složenijim digitalnim okruženjima.</a:t>
            </a:r>
          </a:p>
          <a:p>
            <a:r>
              <a:rPr lang="hr-HR" dirty="0"/>
              <a:t>Kako ulazimo u razdoblje u kojem se količina podataka umnožava vrtoglavom brzinom, informacijska arhitektura imat će sve važniju ulogu u stvaranju intuitivnih i učinkovitih digitalnih prostora.</a:t>
            </a:r>
          </a:p>
        </p:txBody>
      </p:sp>
    </p:spTree>
    <p:extLst>
      <p:ext uri="{BB962C8B-B14F-4D97-AF65-F5344CB8AC3E}">
        <p14:creationId xmlns:p14="http://schemas.microsoft.com/office/powerpoint/2010/main" val="32978382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1025E-5459-806E-E630-AD11E70FA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Pitanja</a:t>
            </a:r>
            <a:r>
              <a:rPr lang="fr-BE" dirty="0"/>
              <a:t>?</a:t>
            </a:r>
          </a:p>
        </p:txBody>
      </p:sp>
      <p:pic>
        <p:nvPicPr>
          <p:cNvPr id="15362" name="Picture 2" descr="Funny Questions And Answers Meme">
            <a:extLst>
              <a:ext uri="{FF2B5EF4-FFF2-40B4-BE49-F238E27FC236}">
                <a16:creationId xmlns:a16="http://schemas.microsoft.com/office/drawing/2014/main" id="{D01E14E0-FDD1-FCF1-F1B0-A0D59E5AD23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0331" y="1825625"/>
            <a:ext cx="435133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5EA7923-493E-5100-B586-7C875A3B3AA4}"/>
              </a:ext>
            </a:extLst>
          </p:cNvPr>
          <p:cNvSpPr txBox="1"/>
          <p:nvPr/>
        </p:nvSpPr>
        <p:spPr>
          <a:xfrm>
            <a:off x="5650191" y="6202436"/>
            <a:ext cx="26965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sz="1200" dirty="0">
                <a:latin typeface="Bahnschrift SemiLight" panose="020B0502040204020203" pitchFamily="34" charset="0"/>
              </a:rPr>
              <a:t>Source: </a:t>
            </a:r>
            <a:r>
              <a:rPr lang="fr-BE" sz="1200" dirty="0">
                <a:latin typeface="Bahnschrift SemiLight" panose="020B0502040204020203" pitchFamily="34" charset="0"/>
                <a:hlinkClick r:id="rId4"/>
              </a:rPr>
              <a:t>http://www.makeameme.org</a:t>
            </a:r>
            <a:endParaRPr lang="fr-BE" sz="1200" dirty="0">
              <a:latin typeface="Bahnschrift SemiLight" panose="020B0502040204020203" pitchFamily="34" charset="0"/>
            </a:endParaRPr>
          </a:p>
          <a:p>
            <a:endParaRPr lang="fr-BE" sz="1200" dirty="0">
              <a:latin typeface="Bahnschrift SemiLight" panose="020B0502040204020203" pitchFamily="34" charset="0"/>
            </a:endParaRPr>
          </a:p>
          <a:p>
            <a:endParaRPr lang="fr-BE" sz="1200" dirty="0">
              <a:latin typeface="Bahnschrift SemiLight" panose="020B0502040204020203" pitchFamily="34" charset="0"/>
            </a:endParaRPr>
          </a:p>
        </p:txBody>
      </p:sp>
      <p:pic>
        <p:nvPicPr>
          <p:cNvPr id="5" name="Picture 4" descr="A baby with a serious expression&#10;&#10;AI-generated content may be incorrect.">
            <a:extLst>
              <a:ext uri="{FF2B5EF4-FFF2-40B4-BE49-F238E27FC236}">
                <a16:creationId xmlns:a16="http://schemas.microsoft.com/office/drawing/2014/main" id="{69B82D48-DC7B-8C90-4889-724D48AFEE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135"/>
          <a:stretch>
            <a:fillRect/>
          </a:stretch>
        </p:blipFill>
        <p:spPr>
          <a:xfrm>
            <a:off x="3920331" y="1825625"/>
            <a:ext cx="435133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2982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66EBE-9BED-7002-8721-391A6802F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IZVORI</a:t>
            </a:r>
            <a:endParaRPr lang="fr-BE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06C919D-2177-EA02-EFBB-E584154D99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29444"/>
            <a:ext cx="11222944" cy="5028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3"/>
              </a:rPr>
              <a:t>Information architecture in UX: 8 Design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3"/>
              </a:rPr>
              <a:t>principles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3"/>
              </a:rPr>
              <a:t> |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3"/>
              </a:rPr>
              <a:t>Lyssna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4"/>
              </a:rPr>
              <a:t>What's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4"/>
              </a:rPr>
              <a:t> Information Architecture in UX Design?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4"/>
              </a:rPr>
              <a:t>Ask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4"/>
              </a:rPr>
              <a:t> An Expert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5"/>
              </a:rPr>
              <a:t>A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5"/>
              </a:rPr>
              <a:t>Beginner's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5"/>
              </a:rPr>
              <a:t> Guide To Information Architecture in UX [2025]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6"/>
              </a:rPr>
              <a:t>Dan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6"/>
              </a:rPr>
              <a:t>Brown’s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6"/>
              </a:rPr>
              <a:t> — Eight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6"/>
              </a:rPr>
              <a:t>Useful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6"/>
              </a:rPr>
              <a:t> Principles of Information Architecture | by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6"/>
              </a:rPr>
              <a:t>Izharul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6"/>
              </a:rPr>
              <a:t> Mulk |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6"/>
              </a:rPr>
              <a:t>Bootcamp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6"/>
              </a:rPr>
              <a:t> | Medium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7"/>
              </a:rPr>
              <a:t>L’architecture de l’information : définition, apports, méthodologies. - Optimisation Conversion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8"/>
              </a:rPr>
              <a:t>Information Architecture Design: A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8"/>
              </a:rPr>
              <a:t>Step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8"/>
              </a:rPr>
              <a:t>-By-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8"/>
              </a:rPr>
              <a:t>Step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8"/>
              </a:rPr>
              <a:t> Guide | by Nick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8"/>
              </a:rPr>
              <a:t>Babich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8"/>
              </a:rPr>
              <a:t> | UX Planet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9"/>
              </a:rPr>
              <a:t>Designing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9"/>
              </a:rPr>
              <a:t>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9"/>
              </a:rPr>
              <a:t>Better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9"/>
              </a:rPr>
              <a:t> B2B E-Commerce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9"/>
              </a:rPr>
              <a:t>Experiences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9"/>
              </a:rPr>
              <a:t>: Information Architecture…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10"/>
              </a:rPr>
              <a:t>Breadcrumbs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10"/>
              </a:rPr>
              <a:t> In Web Design: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10"/>
              </a:rPr>
              <a:t>Examples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10"/>
              </a:rPr>
              <a:t> And Best Practices —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10"/>
              </a:rPr>
              <a:t>Smashing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10"/>
              </a:rPr>
              <a:t> Magazine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11"/>
              </a:rPr>
              <a:t>The Complete Guide to UI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11"/>
              </a:rPr>
              <a:t>Breadcrumbs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11"/>
              </a:rPr>
              <a:t>: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11"/>
              </a:rPr>
              <a:t>With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11"/>
              </a:rPr>
              <a:t> Best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11"/>
              </a:rPr>
              <a:t>Examples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12"/>
              </a:rPr>
              <a:t>Taxonomy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12"/>
              </a:rPr>
              <a:t> 101: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12"/>
              </a:rPr>
              <a:t>Definition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12"/>
              </a:rPr>
              <a:t>, Best Practices, and How It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12"/>
              </a:rPr>
              <a:t>Complements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12"/>
              </a:rPr>
              <a:t>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12"/>
              </a:rPr>
              <a:t>Other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12"/>
              </a:rPr>
              <a:t> IA Work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13"/>
              </a:rPr>
              <a:t>Taxonomy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13"/>
              </a:rPr>
              <a:t> UX: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13"/>
              </a:rPr>
              <a:t>What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13"/>
              </a:rPr>
              <a:t>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13"/>
              </a:rPr>
              <a:t>is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13"/>
              </a:rPr>
              <a:t>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13"/>
              </a:rPr>
              <a:t>it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13"/>
              </a:rPr>
              <a:t>,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13"/>
              </a:rPr>
              <a:t>benefits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13"/>
              </a:rPr>
              <a:t>, and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13"/>
              </a:rPr>
              <a:t>what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13"/>
              </a:rPr>
              <a:t> are the best practices?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56985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995AA-D0C1-EB9B-F90E-74AE39BCC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440D-1EA2-64D0-6040-04DC67069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IZVORI</a:t>
            </a:r>
            <a:endParaRPr lang="fr-BE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2EB3100-43A8-8A3B-5EF4-99942C7798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51672"/>
            <a:ext cx="8879354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2"/>
              </a:rPr>
              <a:t>An Introduction to Taxonomies | UX Booth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3"/>
              </a:rPr>
              <a:t>What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3"/>
              </a:rPr>
              <a:t>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3"/>
              </a:rPr>
              <a:t>is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3"/>
              </a:rPr>
              <a:t>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3"/>
              </a:rPr>
              <a:t>Breadcrumb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3"/>
              </a:rPr>
              <a:t> &amp; How It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3"/>
              </a:rPr>
              <a:t>Eases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3"/>
              </a:rPr>
              <a:t> Navigation? (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3"/>
              </a:rPr>
              <a:t>With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3"/>
              </a:rPr>
              <a:t>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3"/>
              </a:rPr>
              <a:t>Examples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3"/>
              </a:rPr>
              <a:t>) - VWO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4"/>
              </a:rPr>
              <a:t>A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4"/>
              </a:rPr>
              <a:t>tree-based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4"/>
              </a:rPr>
              <a:t> UX planning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4"/>
              </a:rPr>
              <a:t>approach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4"/>
              </a:rPr>
              <a:t> in 5 simple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4"/>
              </a:rPr>
              <a:t>steps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4"/>
              </a:rPr>
              <a:t> | by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4"/>
              </a:rPr>
              <a:t>Nizaretto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4"/>
              </a:rPr>
              <a:t> | UX Collective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5"/>
              </a:rPr>
              <a:t>What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5"/>
              </a:rPr>
              <a:t>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5"/>
              </a:rPr>
              <a:t>is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5"/>
              </a:rPr>
              <a:t> Navigation in UX Design? |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5"/>
              </a:rPr>
              <a:t>IxDF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6"/>
              </a:rPr>
              <a:t>Low-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6"/>
              </a:rPr>
              <a:t>fidelity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6"/>
              </a:rPr>
              <a:t> vs. high-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6"/>
              </a:rPr>
              <a:t>fidelity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6"/>
              </a:rPr>
              <a:t> wireframes: the main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6"/>
              </a:rPr>
              <a:t>differences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28367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A4A37-57FA-C318-D8BD-7CD55BF31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>
                <a:latin typeface="Bahnschrift SemiBold"/>
              </a:rPr>
              <a:t>DODATNA LITERATURA</a:t>
            </a:r>
            <a:endParaRPr lang="fr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481A4-C57C-1D90-58CC-37BF8F757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  <a:p>
            <a:endParaRPr lang="fr-B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4911CE-BADE-CC50-95F8-26DBEA790EF6}"/>
              </a:ext>
            </a:extLst>
          </p:cNvPr>
          <p:cNvSpPr txBox="1"/>
          <p:nvPr/>
        </p:nvSpPr>
        <p:spPr>
          <a:xfrm>
            <a:off x="560349" y="1690688"/>
            <a:ext cx="10515600" cy="461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3"/>
              </a:rPr>
              <a:t>Information architecture in UX: 8 Design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3"/>
              </a:rPr>
              <a:t>principles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3"/>
              </a:rPr>
              <a:t> |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3"/>
              </a:rPr>
              <a:t>Lyssna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4"/>
              </a:rPr>
              <a:t>What's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4"/>
              </a:rPr>
              <a:t> Information Architecture in UX Design?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4"/>
              </a:rPr>
              <a:t>Ask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4"/>
              </a:rPr>
              <a:t> An Expert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5"/>
              </a:rPr>
              <a:t>A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5"/>
              </a:rPr>
              <a:t>Beginner's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5"/>
              </a:rPr>
              <a:t> Guide To Information Architecture in UX [2025]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6"/>
              </a:rPr>
              <a:t>Dan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6"/>
              </a:rPr>
              <a:t>Brown’s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6"/>
              </a:rPr>
              <a:t> — Eight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6"/>
              </a:rPr>
              <a:t>Useful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6"/>
              </a:rPr>
              <a:t> Principles of Information Architecture | by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6"/>
              </a:rPr>
              <a:t>Izharul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6"/>
              </a:rPr>
              <a:t> Mulk |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6"/>
              </a:rPr>
              <a:t>Bootcamp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6"/>
              </a:rPr>
              <a:t> | Medium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7"/>
              </a:rPr>
              <a:t>L’architecture de l’information : définition, apports, méthodologies. - Optimisation Conversion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8"/>
              </a:rPr>
              <a:t>Information Architecture Design: A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8"/>
              </a:rPr>
              <a:t>Step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8"/>
              </a:rPr>
              <a:t>-By-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8"/>
              </a:rPr>
              <a:t>Step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8"/>
              </a:rPr>
              <a:t> Guide | by Nick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8"/>
              </a:rPr>
              <a:t>Babich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8"/>
              </a:rPr>
              <a:t> | UX Planet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9"/>
              </a:rPr>
              <a:t>Designing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9"/>
              </a:rPr>
              <a:t>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9"/>
              </a:rPr>
              <a:t>Better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9"/>
              </a:rPr>
              <a:t> B2B E-Commerce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9"/>
              </a:rPr>
              <a:t>Experiences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9"/>
              </a:rPr>
              <a:t>: Information Architecture…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10"/>
              </a:rPr>
              <a:t>Breadcrumbs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10"/>
              </a:rPr>
              <a:t> In Web Design: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10"/>
              </a:rPr>
              <a:t>Examples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10"/>
              </a:rPr>
              <a:t> And Best Practices —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10"/>
              </a:rPr>
              <a:t>Smashing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10"/>
              </a:rPr>
              <a:t> Magazine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11"/>
              </a:rPr>
              <a:t>The Complete Guide to UI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11"/>
              </a:rPr>
              <a:t>Breadcrumbs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11"/>
              </a:rPr>
              <a:t>: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11"/>
              </a:rPr>
              <a:t>With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11"/>
              </a:rPr>
              <a:t> Best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11"/>
              </a:rPr>
              <a:t>Examples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12"/>
              </a:rPr>
              <a:t>Taxonomy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12"/>
              </a:rPr>
              <a:t> 101: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12"/>
              </a:rPr>
              <a:t>Definition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12"/>
              </a:rPr>
              <a:t>, Best Practices, and How It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12"/>
              </a:rPr>
              <a:t>Complements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12"/>
              </a:rPr>
              <a:t>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12"/>
              </a:rPr>
              <a:t>Other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12"/>
              </a:rPr>
              <a:t> IA Work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13"/>
              </a:rPr>
              <a:t>Taxonomy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13"/>
              </a:rPr>
              <a:t> UX: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13"/>
              </a:rPr>
              <a:t>What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13"/>
              </a:rPr>
              <a:t>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13"/>
              </a:rPr>
              <a:t>is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13"/>
              </a:rPr>
              <a:t>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13"/>
              </a:rPr>
              <a:t>it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13"/>
              </a:rPr>
              <a:t>,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13"/>
              </a:rPr>
              <a:t>benefits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13"/>
              </a:rPr>
              <a:t>, and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13"/>
              </a:rPr>
              <a:t>what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  <a:hlinkClick r:id="rId13"/>
              </a:rPr>
              <a:t> are the best practices?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62891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07D87-DEDB-50A5-CC62-2B715DE81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5AA1A-56D6-CE9A-B69A-0315099AF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hnschrift SemiBold"/>
              </a:rPr>
              <a:t>ADDITIONAL READING</a:t>
            </a:r>
            <a:endParaRPr lang="fr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55CF0-6C60-6A65-F804-E82149DE1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  <a:p>
            <a:endParaRPr lang="fr-B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635F6B-78D3-1622-D3B8-C1FD2BF77DB8}"/>
              </a:ext>
            </a:extLst>
          </p:cNvPr>
          <p:cNvSpPr txBox="1"/>
          <p:nvPr/>
        </p:nvSpPr>
        <p:spPr>
          <a:xfrm>
            <a:off x="560349" y="1690688"/>
            <a:ext cx="10515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altLang="fr-FR" dirty="0">
                <a:solidFill>
                  <a:srgbClr val="000000"/>
                </a:solidFill>
                <a:cs typeface="Times New Roman" panose="02020603050405020304" pitchFamily="18" charset="0"/>
                <a:hlinkClick r:id="rId3"/>
              </a:rPr>
              <a:t>An Introduction to Taxonomies | UX Booth</a:t>
            </a:r>
            <a:endParaRPr lang="fr-FR" altLang="fr-FR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altLang="fr-FR" dirty="0" err="1">
                <a:solidFill>
                  <a:srgbClr val="000000"/>
                </a:solidFill>
                <a:cs typeface="Times New Roman" panose="02020603050405020304" pitchFamily="18" charset="0"/>
                <a:hlinkClick r:id="rId4"/>
              </a:rPr>
              <a:t>What</a:t>
            </a:r>
            <a:r>
              <a:rPr lang="fr-FR" altLang="fr-FR" dirty="0">
                <a:solidFill>
                  <a:srgbClr val="000000"/>
                </a:solidFill>
                <a:cs typeface="Times New Roman" panose="02020603050405020304" pitchFamily="18" charset="0"/>
                <a:hlinkClick r:id="rId4"/>
              </a:rPr>
              <a:t> </a:t>
            </a:r>
            <a:r>
              <a:rPr lang="fr-FR" altLang="fr-FR" dirty="0" err="1">
                <a:solidFill>
                  <a:srgbClr val="000000"/>
                </a:solidFill>
                <a:cs typeface="Times New Roman" panose="02020603050405020304" pitchFamily="18" charset="0"/>
                <a:hlinkClick r:id="rId4"/>
              </a:rPr>
              <a:t>is</a:t>
            </a:r>
            <a:r>
              <a:rPr lang="fr-FR" altLang="fr-FR" dirty="0">
                <a:solidFill>
                  <a:srgbClr val="000000"/>
                </a:solidFill>
                <a:cs typeface="Times New Roman" panose="02020603050405020304" pitchFamily="18" charset="0"/>
                <a:hlinkClick r:id="rId4"/>
              </a:rPr>
              <a:t> </a:t>
            </a:r>
            <a:r>
              <a:rPr lang="fr-FR" altLang="fr-FR" dirty="0" err="1">
                <a:solidFill>
                  <a:srgbClr val="000000"/>
                </a:solidFill>
                <a:cs typeface="Times New Roman" panose="02020603050405020304" pitchFamily="18" charset="0"/>
                <a:hlinkClick r:id="rId4"/>
              </a:rPr>
              <a:t>Breadcrumb</a:t>
            </a:r>
            <a:r>
              <a:rPr lang="fr-FR" altLang="fr-FR" dirty="0">
                <a:solidFill>
                  <a:srgbClr val="000000"/>
                </a:solidFill>
                <a:cs typeface="Times New Roman" panose="02020603050405020304" pitchFamily="18" charset="0"/>
                <a:hlinkClick r:id="rId4"/>
              </a:rPr>
              <a:t> &amp; How It </a:t>
            </a:r>
            <a:r>
              <a:rPr lang="fr-FR" altLang="fr-FR" dirty="0" err="1">
                <a:solidFill>
                  <a:srgbClr val="000000"/>
                </a:solidFill>
                <a:cs typeface="Times New Roman" panose="02020603050405020304" pitchFamily="18" charset="0"/>
                <a:hlinkClick r:id="rId4"/>
              </a:rPr>
              <a:t>Eases</a:t>
            </a:r>
            <a:r>
              <a:rPr lang="fr-FR" altLang="fr-FR" dirty="0">
                <a:solidFill>
                  <a:srgbClr val="000000"/>
                </a:solidFill>
                <a:cs typeface="Times New Roman" panose="02020603050405020304" pitchFamily="18" charset="0"/>
                <a:hlinkClick r:id="rId4"/>
              </a:rPr>
              <a:t> Navigation? (</a:t>
            </a:r>
            <a:r>
              <a:rPr lang="fr-FR" altLang="fr-FR" dirty="0" err="1">
                <a:solidFill>
                  <a:srgbClr val="000000"/>
                </a:solidFill>
                <a:cs typeface="Times New Roman" panose="02020603050405020304" pitchFamily="18" charset="0"/>
                <a:hlinkClick r:id="rId4"/>
              </a:rPr>
              <a:t>With</a:t>
            </a:r>
            <a:r>
              <a:rPr lang="fr-FR" altLang="fr-FR" dirty="0">
                <a:solidFill>
                  <a:srgbClr val="000000"/>
                </a:solidFill>
                <a:cs typeface="Times New Roman" panose="02020603050405020304" pitchFamily="18" charset="0"/>
                <a:hlinkClick r:id="rId4"/>
              </a:rPr>
              <a:t> </a:t>
            </a:r>
            <a:r>
              <a:rPr lang="fr-FR" altLang="fr-FR" dirty="0" err="1">
                <a:solidFill>
                  <a:srgbClr val="000000"/>
                </a:solidFill>
                <a:cs typeface="Times New Roman" panose="02020603050405020304" pitchFamily="18" charset="0"/>
                <a:hlinkClick r:id="rId4"/>
              </a:rPr>
              <a:t>Examples</a:t>
            </a:r>
            <a:r>
              <a:rPr lang="fr-FR" altLang="fr-FR" dirty="0">
                <a:solidFill>
                  <a:srgbClr val="000000"/>
                </a:solidFill>
                <a:cs typeface="Times New Roman" panose="02020603050405020304" pitchFamily="18" charset="0"/>
                <a:hlinkClick r:id="rId4"/>
              </a:rPr>
              <a:t>) - VWO</a:t>
            </a:r>
            <a:endParaRPr lang="fr-FR" altLang="fr-FR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altLang="fr-FR" dirty="0">
                <a:solidFill>
                  <a:srgbClr val="000000"/>
                </a:solidFill>
                <a:cs typeface="Times New Roman" panose="02020603050405020304" pitchFamily="18" charset="0"/>
                <a:hlinkClick r:id="rId5"/>
              </a:rPr>
              <a:t>A </a:t>
            </a:r>
            <a:r>
              <a:rPr lang="fr-FR" altLang="fr-FR" dirty="0" err="1">
                <a:solidFill>
                  <a:srgbClr val="000000"/>
                </a:solidFill>
                <a:cs typeface="Times New Roman" panose="02020603050405020304" pitchFamily="18" charset="0"/>
                <a:hlinkClick r:id="rId5"/>
              </a:rPr>
              <a:t>tree-based</a:t>
            </a:r>
            <a:r>
              <a:rPr lang="fr-FR" altLang="fr-FR" dirty="0">
                <a:solidFill>
                  <a:srgbClr val="000000"/>
                </a:solidFill>
                <a:cs typeface="Times New Roman" panose="02020603050405020304" pitchFamily="18" charset="0"/>
                <a:hlinkClick r:id="rId5"/>
              </a:rPr>
              <a:t> UX planning </a:t>
            </a:r>
            <a:r>
              <a:rPr lang="fr-FR" altLang="fr-FR" dirty="0" err="1">
                <a:solidFill>
                  <a:srgbClr val="000000"/>
                </a:solidFill>
                <a:cs typeface="Times New Roman" panose="02020603050405020304" pitchFamily="18" charset="0"/>
                <a:hlinkClick r:id="rId5"/>
              </a:rPr>
              <a:t>approach</a:t>
            </a:r>
            <a:r>
              <a:rPr lang="fr-FR" altLang="fr-FR" dirty="0">
                <a:solidFill>
                  <a:srgbClr val="000000"/>
                </a:solidFill>
                <a:cs typeface="Times New Roman" panose="02020603050405020304" pitchFamily="18" charset="0"/>
                <a:hlinkClick r:id="rId5"/>
              </a:rPr>
              <a:t> in 5 simple </a:t>
            </a:r>
            <a:r>
              <a:rPr lang="fr-FR" altLang="fr-FR" dirty="0" err="1">
                <a:solidFill>
                  <a:srgbClr val="000000"/>
                </a:solidFill>
                <a:cs typeface="Times New Roman" panose="02020603050405020304" pitchFamily="18" charset="0"/>
                <a:hlinkClick r:id="rId5"/>
              </a:rPr>
              <a:t>steps</a:t>
            </a:r>
            <a:r>
              <a:rPr lang="fr-FR" altLang="fr-FR" dirty="0">
                <a:solidFill>
                  <a:srgbClr val="000000"/>
                </a:solidFill>
                <a:cs typeface="Times New Roman" panose="02020603050405020304" pitchFamily="18" charset="0"/>
                <a:hlinkClick r:id="rId5"/>
              </a:rPr>
              <a:t> | by </a:t>
            </a:r>
            <a:r>
              <a:rPr lang="fr-FR" altLang="fr-FR" dirty="0" err="1">
                <a:solidFill>
                  <a:srgbClr val="000000"/>
                </a:solidFill>
                <a:cs typeface="Times New Roman" panose="02020603050405020304" pitchFamily="18" charset="0"/>
                <a:hlinkClick r:id="rId5"/>
              </a:rPr>
              <a:t>Nizaretto</a:t>
            </a:r>
            <a:r>
              <a:rPr lang="fr-FR" altLang="fr-FR" dirty="0">
                <a:solidFill>
                  <a:srgbClr val="000000"/>
                </a:solidFill>
                <a:cs typeface="Times New Roman" panose="02020603050405020304" pitchFamily="18" charset="0"/>
                <a:hlinkClick r:id="rId5"/>
              </a:rPr>
              <a:t> | UX Collective</a:t>
            </a:r>
            <a:endParaRPr lang="fr-FR" altLang="fr-FR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altLang="fr-FR" dirty="0" err="1">
                <a:solidFill>
                  <a:srgbClr val="000000"/>
                </a:solidFill>
                <a:cs typeface="Times New Roman" panose="02020603050405020304" pitchFamily="18" charset="0"/>
                <a:hlinkClick r:id="rId6"/>
              </a:rPr>
              <a:t>What</a:t>
            </a:r>
            <a:r>
              <a:rPr lang="fr-FR" altLang="fr-FR" dirty="0">
                <a:solidFill>
                  <a:srgbClr val="000000"/>
                </a:solidFill>
                <a:cs typeface="Times New Roman" panose="02020603050405020304" pitchFamily="18" charset="0"/>
                <a:hlinkClick r:id="rId6"/>
              </a:rPr>
              <a:t> </a:t>
            </a:r>
            <a:r>
              <a:rPr lang="fr-FR" altLang="fr-FR" dirty="0" err="1">
                <a:solidFill>
                  <a:srgbClr val="000000"/>
                </a:solidFill>
                <a:cs typeface="Times New Roman" panose="02020603050405020304" pitchFamily="18" charset="0"/>
                <a:hlinkClick r:id="rId6"/>
              </a:rPr>
              <a:t>is</a:t>
            </a:r>
            <a:r>
              <a:rPr lang="fr-FR" altLang="fr-FR" dirty="0">
                <a:solidFill>
                  <a:srgbClr val="000000"/>
                </a:solidFill>
                <a:cs typeface="Times New Roman" panose="02020603050405020304" pitchFamily="18" charset="0"/>
                <a:hlinkClick r:id="rId6"/>
              </a:rPr>
              <a:t> Navigation in UX Design? | </a:t>
            </a:r>
            <a:r>
              <a:rPr lang="fr-FR" altLang="fr-FR" dirty="0" err="1">
                <a:solidFill>
                  <a:srgbClr val="000000"/>
                </a:solidFill>
                <a:cs typeface="Times New Roman" panose="02020603050405020304" pitchFamily="18" charset="0"/>
                <a:hlinkClick r:id="rId6"/>
              </a:rPr>
              <a:t>IxDF</a:t>
            </a:r>
            <a:endParaRPr lang="fr-FR" altLang="fr-FR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altLang="fr-FR" dirty="0">
                <a:solidFill>
                  <a:srgbClr val="000000"/>
                </a:solidFill>
                <a:cs typeface="Times New Roman" panose="02020603050405020304" pitchFamily="18" charset="0"/>
                <a:hlinkClick r:id="rId7"/>
              </a:rPr>
              <a:t>Low-</a:t>
            </a:r>
            <a:r>
              <a:rPr lang="fr-FR" altLang="fr-FR" dirty="0" err="1">
                <a:solidFill>
                  <a:srgbClr val="000000"/>
                </a:solidFill>
                <a:cs typeface="Times New Roman" panose="02020603050405020304" pitchFamily="18" charset="0"/>
                <a:hlinkClick r:id="rId7"/>
              </a:rPr>
              <a:t>fidelity</a:t>
            </a:r>
            <a:r>
              <a:rPr lang="fr-FR" altLang="fr-FR" dirty="0">
                <a:solidFill>
                  <a:srgbClr val="000000"/>
                </a:solidFill>
                <a:cs typeface="Times New Roman" panose="02020603050405020304" pitchFamily="18" charset="0"/>
                <a:hlinkClick r:id="rId7"/>
              </a:rPr>
              <a:t> vs. high-</a:t>
            </a:r>
            <a:r>
              <a:rPr lang="fr-FR" altLang="fr-FR" dirty="0" err="1">
                <a:solidFill>
                  <a:srgbClr val="000000"/>
                </a:solidFill>
                <a:cs typeface="Times New Roman" panose="02020603050405020304" pitchFamily="18" charset="0"/>
                <a:hlinkClick r:id="rId7"/>
              </a:rPr>
              <a:t>fidelity</a:t>
            </a:r>
            <a:r>
              <a:rPr lang="fr-FR" altLang="fr-FR" dirty="0">
                <a:solidFill>
                  <a:srgbClr val="000000"/>
                </a:solidFill>
                <a:cs typeface="Times New Roman" panose="02020603050405020304" pitchFamily="18" charset="0"/>
                <a:hlinkClick r:id="rId7"/>
              </a:rPr>
              <a:t> wireframes: the main </a:t>
            </a:r>
            <a:r>
              <a:rPr lang="fr-FR" altLang="fr-FR" dirty="0" err="1">
                <a:solidFill>
                  <a:srgbClr val="000000"/>
                </a:solidFill>
                <a:cs typeface="Times New Roman" panose="02020603050405020304" pitchFamily="18" charset="0"/>
                <a:hlinkClick r:id="rId7"/>
              </a:rPr>
              <a:t>differences</a:t>
            </a:r>
            <a:endParaRPr lang="fr-FR" altLang="fr-FR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365594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  <wetp:taskpane dockstate="right" visibility="0" width="350" row="2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7ADC1A95-6C56-4587-84E8-09CBD922BB3C}">
  <we:reference id="135565c1-a7e4-41ef-a151-04725413e45f" version="2.0.0.0" store="EXCatalog" storeType="EXCatalog"/>
  <we:alternateReferences>
    <we:reference id="WA200005669" version="2.0.0.0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F9A0C5D6-F2AB-4AF3-A12D-A0C3BAC63C77}">
  <we:reference id="b976bf9e-dd87-459f-840c-210c09b36273" version="3.0.0.2" store="EXCatalog" storeType="EXCatalog"/>
  <we:alternateReferences>
    <we:reference id="WA200005566" version="3.0.0.2" store="en-US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8504FBE6F52C04FB2A4B7EA498E9F89" ma:contentTypeVersion="18" ma:contentTypeDescription="Crée un document." ma:contentTypeScope="" ma:versionID="c4dbb55318fc8e39eb2fe2d406416e6f">
  <xsd:schema xmlns:xsd="http://www.w3.org/2001/XMLSchema" xmlns:xs="http://www.w3.org/2001/XMLSchema" xmlns:p="http://schemas.microsoft.com/office/2006/metadata/properties" xmlns:ns2="131140c4-3360-46ff-98f6-a26ac4f9e7c6" xmlns:ns3="bf2580ef-a796-40e3-be8d-6830ba55d2d8" targetNamespace="http://schemas.microsoft.com/office/2006/metadata/properties" ma:root="true" ma:fieldsID="d3b5e8672349ee810ad0bac57695497d" ns2:_="" ns3:_="">
    <xsd:import namespace="131140c4-3360-46ff-98f6-a26ac4f9e7c6"/>
    <xsd:import namespace="bf2580ef-a796-40e3-be8d-6830ba55d2d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1140c4-3360-46ff-98f6-a26ac4f9e7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Balises d’images" ma:readOnly="false" ma:fieldId="{5cf76f15-5ced-4ddc-b409-7134ff3c332f}" ma:taxonomyMulti="true" ma:sspId="3907250d-aa00-4f19-8a1b-ff6a91677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2580ef-a796-40e3-be8d-6830ba55d2d8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eb8aacb9-cb6a-4872-9b78-6276c0f03934}" ma:internalName="TaxCatchAll" ma:showField="CatchAllData" ma:web="bf2580ef-a796-40e3-be8d-6830ba55d2d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31140c4-3360-46ff-98f6-a26ac4f9e7c6">
      <Terms xmlns="http://schemas.microsoft.com/office/infopath/2007/PartnerControls"/>
    </lcf76f155ced4ddcb4097134ff3c332f>
    <TaxCatchAll xmlns="bf2580ef-a796-40e3-be8d-6830ba55d2d8" xsi:nil="true"/>
  </documentManagement>
</p:properties>
</file>

<file path=customXml/itemProps1.xml><?xml version="1.0" encoding="utf-8"?>
<ds:datastoreItem xmlns:ds="http://schemas.openxmlformats.org/officeDocument/2006/customXml" ds:itemID="{12648867-FC10-491C-9A3F-68B5676D50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31140c4-3360-46ff-98f6-a26ac4f9e7c6"/>
    <ds:schemaRef ds:uri="bf2580ef-a796-40e3-be8d-6830ba55d2d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77C7A1A-6866-4779-9EF0-E7E8B4CD896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4983977-9067-48E8-B6D2-33E885416F1C}">
  <ds:schemaRefs>
    <ds:schemaRef ds:uri="http://schemas.microsoft.com/office/2006/metadata/properties"/>
    <ds:schemaRef ds:uri="http://schemas.microsoft.com/office/infopath/2007/PartnerControls"/>
    <ds:schemaRef ds:uri="131140c4-3360-46ff-98f6-a26ac4f9e7c6"/>
    <ds:schemaRef ds:uri="bf2580ef-a796-40e3-be8d-6830ba55d2d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28735</TotalTime>
  <Words>3076</Words>
  <Application>Microsoft Office PowerPoint</Application>
  <PresentationFormat>Široki zaslon</PresentationFormat>
  <Paragraphs>346</Paragraphs>
  <Slides>36</Slides>
  <Notes>28</Notes>
  <HiddenSlides>0</HiddenSlides>
  <MMClips>0</MMClips>
  <ScaleCrop>false</ScaleCrop>
  <HeadingPairs>
    <vt:vector size="6" baseType="variant">
      <vt:variant>
        <vt:lpstr>Korišteni fontovi</vt:lpstr>
      </vt:variant>
      <vt:variant>
        <vt:i4>12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36</vt:i4>
      </vt:variant>
    </vt:vector>
  </HeadingPairs>
  <TitlesOfParts>
    <vt:vector size="49" baseType="lpstr">
      <vt:lpstr>Aharoni</vt:lpstr>
      <vt:lpstr>Aptos</vt:lpstr>
      <vt:lpstr>Arial</vt:lpstr>
      <vt:lpstr>Bahnschrift</vt:lpstr>
      <vt:lpstr>Bahnschrift SemiBold</vt:lpstr>
      <vt:lpstr>Bahnschrift SemiLight</vt:lpstr>
      <vt:lpstr>Calibri</vt:lpstr>
      <vt:lpstr>Calibri Light</vt:lpstr>
      <vt:lpstr>Montserrat</vt:lpstr>
      <vt:lpstr>Nunito</vt:lpstr>
      <vt:lpstr>Times New Roman</vt:lpstr>
      <vt:lpstr>TradeGothic</vt:lpstr>
      <vt:lpstr>Tema sustava Office</vt:lpstr>
      <vt:lpstr>SHIFT4IT</vt:lpstr>
      <vt:lpstr>Informacijska arhitektura</vt:lpstr>
      <vt:lpstr>Sažetak</vt:lpstr>
      <vt:lpstr>Uvod u informacijsku arhitekturu</vt:lpstr>
      <vt:lpstr>Uvod u informacijsku arhitekturu</vt:lpstr>
      <vt:lpstr>Uvod u informacijsku arhitekturu</vt:lpstr>
      <vt:lpstr>Uvod u informacijsku arhitekturu</vt:lpstr>
      <vt:lpstr>Uvod u informacijsku arhitekturu</vt:lpstr>
      <vt:lpstr>Uvod u informacijsku arhitekturu</vt:lpstr>
      <vt:lpstr>Kako izraditi informacijsku arhitekturu web stranice</vt:lpstr>
      <vt:lpstr>Kako izraditi informacijsku arhitekturu web stranice</vt:lpstr>
      <vt:lpstr>Kako izraditi informacijsku arhitekturu web stranice</vt:lpstr>
      <vt:lpstr>Hijerarhizacija</vt:lpstr>
      <vt:lpstr>Navigacija</vt:lpstr>
      <vt:lpstr>Navigacija</vt:lpstr>
      <vt:lpstr>Breadcrumb navigacija</vt:lpstr>
      <vt:lpstr>Breadcrumb navigacija</vt:lpstr>
      <vt:lpstr>Taksonomija i klasifikacija</vt:lpstr>
      <vt:lpstr>Taksonomija i klasifikacija</vt:lpstr>
      <vt:lpstr>Taksonomija i klasifikacija</vt:lpstr>
      <vt:lpstr>Taksonomija i klasifikacija</vt:lpstr>
      <vt:lpstr>Taksonomija i klasifikacija</vt:lpstr>
      <vt:lpstr>Taksonomija i klasifikacija</vt:lpstr>
      <vt:lpstr>Mapiranje informacija</vt:lpstr>
      <vt:lpstr>Mapiranje informacija</vt:lpstr>
      <vt:lpstr>Skice niske razine detalja (low-fidelity wireframeovi)</vt:lpstr>
      <vt:lpstr>Skice niske razine detalja (low-fidelity wireframeovi)</vt:lpstr>
      <vt:lpstr>Dizajnirajte početnu stranicu svoje aplikacije</vt:lpstr>
      <vt:lpstr>Interaktivna povratna informacija</vt:lpstr>
      <vt:lpstr>Malo prilagodne</vt:lpstr>
      <vt:lpstr>Zaključak</vt:lpstr>
      <vt:lpstr>Pitanja?</vt:lpstr>
      <vt:lpstr>IZVORI</vt:lpstr>
      <vt:lpstr>IZVORI</vt:lpstr>
      <vt:lpstr>DODATNA LITERATURA</vt:lpstr>
      <vt:lpstr>ADDITIONAL READING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prezentacija</dc:title>
  <dc:creator>Božica Bajčić</dc:creator>
  <cp:lastModifiedBy>Diana Predrag Grlica</cp:lastModifiedBy>
  <cp:revision>24</cp:revision>
  <dcterms:created xsi:type="dcterms:W3CDTF">2024-02-12T13:35:47Z</dcterms:created>
  <dcterms:modified xsi:type="dcterms:W3CDTF">2026-03-03T12:55:52Z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0x01010048504FBE6F52C04FB2A4B7EA498E9F89</vt:lpwstr>
  </property>
  <property fmtid="{D5CDD505-2E9C-101B-9397-08002B2CF9AE}" pid="3" name="MediaServiceImageTags">
    <vt:lpwstr/>
  </property>
</Properties>
</file>