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1" r:id="rId5"/>
  </p:sldMasterIdLst>
  <p:notesMasterIdLst>
    <p:notesMasterId r:id="rId31"/>
  </p:notesMasterIdLst>
  <p:sldIdLst>
    <p:sldId id="373" r:id="rId6"/>
    <p:sldId id="451" r:id="rId7"/>
    <p:sldId id="256" r:id="rId8"/>
    <p:sldId id="273" r:id="rId9"/>
    <p:sldId id="314" r:id="rId10"/>
    <p:sldId id="452" r:id="rId11"/>
    <p:sldId id="315" r:id="rId12"/>
    <p:sldId id="316" r:id="rId13"/>
    <p:sldId id="453" r:id="rId14"/>
    <p:sldId id="317" r:id="rId15"/>
    <p:sldId id="454" r:id="rId16"/>
    <p:sldId id="318" r:id="rId17"/>
    <p:sldId id="455" r:id="rId18"/>
    <p:sldId id="320" r:id="rId19"/>
    <p:sldId id="321" r:id="rId20"/>
    <p:sldId id="330" r:id="rId21"/>
    <p:sldId id="456" r:id="rId22"/>
    <p:sldId id="324" r:id="rId23"/>
    <p:sldId id="323" r:id="rId24"/>
    <p:sldId id="457" r:id="rId25"/>
    <p:sldId id="326" r:id="rId26"/>
    <p:sldId id="327" r:id="rId27"/>
    <p:sldId id="259" r:id="rId28"/>
    <p:sldId id="371" r:id="rId29"/>
    <p:sldId id="462" r:id="rId3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48702-A803-460A-BB91-A36C34617B8A}" v="29" dt="2026-03-12T09:31:42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160" autoAdjust="0"/>
    <p:restoredTop sz="81720" autoAdjust="0"/>
  </p:normalViewPr>
  <p:slideViewPr>
    <p:cSldViewPr snapToGrid="0">
      <p:cViewPr varScale="1">
        <p:scale>
          <a:sx n="83" d="100"/>
          <a:sy n="83" d="100"/>
        </p:scale>
        <p:origin x="240" y="2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nelia Popescu" userId="444ac7d1-afda-4314-b2c2-4aff562fe857" providerId="ADAL" clId="{3812F0D7-A263-41B2-AC96-1F3B68D731C9}"/>
    <pc:docChg chg="undo custSel addSld delSld modSld sldOrd">
      <pc:chgData name="Cornelia Popescu" userId="444ac7d1-afda-4314-b2c2-4aff562fe857" providerId="ADAL" clId="{3812F0D7-A263-41B2-AC96-1F3B68D731C9}" dt="2026-03-12T09:38:02.540" v="468" actId="1076"/>
      <pc:docMkLst>
        <pc:docMk/>
      </pc:docMkLst>
      <pc:sldChg chg="modSp mod">
        <pc:chgData name="Cornelia Popescu" userId="444ac7d1-afda-4314-b2c2-4aff562fe857" providerId="ADAL" clId="{3812F0D7-A263-41B2-AC96-1F3B68D731C9}" dt="2026-03-11T15:04:04.294" v="76" actId="255"/>
        <pc:sldMkLst>
          <pc:docMk/>
          <pc:sldMk cId="495518943" sldId="256"/>
        </pc:sldMkLst>
        <pc:spChg chg="mod">
          <ac:chgData name="Cornelia Popescu" userId="444ac7d1-afda-4314-b2c2-4aff562fe857" providerId="ADAL" clId="{3812F0D7-A263-41B2-AC96-1F3B68D731C9}" dt="2026-03-11T15:04:04.294" v="76" actId="255"/>
          <ac:spMkLst>
            <pc:docMk/>
            <pc:sldMk cId="495518943" sldId="256"/>
            <ac:spMk id="2" creationId="{08566EFC-39EA-1C1F-5F7D-CBDAA2E12561}"/>
          </ac:spMkLst>
        </pc:spChg>
        <pc:spChg chg="mod">
          <ac:chgData name="Cornelia Popescu" userId="444ac7d1-afda-4314-b2c2-4aff562fe857" providerId="ADAL" clId="{3812F0D7-A263-41B2-AC96-1F3B68D731C9}" dt="2026-03-11T15:03:52.381" v="75" actId="20577"/>
          <ac:spMkLst>
            <pc:docMk/>
            <pc:sldMk cId="495518943" sldId="256"/>
            <ac:spMk id="13" creationId="{B25DB994-20D2-9EF1-A081-C76AA523F83C}"/>
          </ac:spMkLst>
        </pc:spChg>
      </pc:sldChg>
      <pc:sldChg chg="addSp delSp modSp mod">
        <pc:chgData name="Cornelia Popescu" userId="444ac7d1-afda-4314-b2c2-4aff562fe857" providerId="ADAL" clId="{3812F0D7-A263-41B2-AC96-1F3B68D731C9}" dt="2026-03-11T16:04:30.975" v="404" actId="1076"/>
        <pc:sldMkLst>
          <pc:docMk/>
          <pc:sldMk cId="3514717738" sldId="259"/>
        </pc:sldMkLst>
        <pc:spChg chg="del mod">
          <ac:chgData name="Cornelia Popescu" userId="444ac7d1-afda-4314-b2c2-4aff562fe857" providerId="ADAL" clId="{3812F0D7-A263-41B2-AC96-1F3B68D731C9}" dt="2026-03-11T16:00:23.957" v="383" actId="478"/>
          <ac:spMkLst>
            <pc:docMk/>
            <pc:sldMk cId="3514717738" sldId="259"/>
            <ac:spMk id="2" creationId="{2229F272-451B-C36D-C53E-09E2B9BD2C13}"/>
          </ac:spMkLst>
        </pc:spChg>
        <pc:spChg chg="add mod">
          <ac:chgData name="Cornelia Popescu" userId="444ac7d1-afda-4314-b2c2-4aff562fe857" providerId="ADAL" clId="{3812F0D7-A263-41B2-AC96-1F3B68D731C9}" dt="2026-03-11T16:03:50.386" v="399" actId="1076"/>
          <ac:spMkLst>
            <pc:docMk/>
            <pc:sldMk cId="3514717738" sldId="259"/>
            <ac:spMk id="3" creationId="{7893D9DB-1D09-16E9-FF6E-8478CBE4EDD8}"/>
          </ac:spMkLst>
        </pc:spChg>
        <pc:spChg chg="add del mod">
          <ac:chgData name="Cornelia Popescu" userId="444ac7d1-afda-4314-b2c2-4aff562fe857" providerId="ADAL" clId="{3812F0D7-A263-41B2-AC96-1F3B68D731C9}" dt="2026-03-11T16:04:30.975" v="404" actId="1076"/>
          <ac:spMkLst>
            <pc:docMk/>
            <pc:sldMk cId="3514717738" sldId="259"/>
            <ac:spMk id="4" creationId="{BB87DB0F-BEFB-B00F-AAB0-3891149D429F}"/>
          </ac:spMkLst>
        </pc:spChg>
        <pc:spChg chg="mod">
          <ac:chgData name="Cornelia Popescu" userId="444ac7d1-afda-4314-b2c2-4aff562fe857" providerId="ADAL" clId="{3812F0D7-A263-41B2-AC96-1F3B68D731C9}" dt="2026-03-11T16:03:47.836" v="398" actId="1076"/>
          <ac:spMkLst>
            <pc:docMk/>
            <pc:sldMk cId="3514717738" sldId="259"/>
            <ac:spMk id="15" creationId="{85CDB770-AC87-D74D-8856-DF8AEA622D1E}"/>
          </ac:spMkLst>
        </pc:spChg>
      </pc:sldChg>
      <pc:sldChg chg="modSp mod">
        <pc:chgData name="Cornelia Popescu" userId="444ac7d1-afda-4314-b2c2-4aff562fe857" providerId="ADAL" clId="{3812F0D7-A263-41B2-AC96-1F3B68D731C9}" dt="2026-03-11T15:14:37.069" v="127" actId="1076"/>
        <pc:sldMkLst>
          <pc:docMk/>
          <pc:sldMk cId="3159480992" sldId="273"/>
        </pc:sldMkLst>
        <pc:spChg chg="mod">
          <ac:chgData name="Cornelia Popescu" userId="444ac7d1-afda-4314-b2c2-4aff562fe857" providerId="ADAL" clId="{3812F0D7-A263-41B2-AC96-1F3B68D731C9}" dt="2026-03-11T15:08:49.739" v="80" actId="1076"/>
          <ac:spMkLst>
            <pc:docMk/>
            <pc:sldMk cId="3159480992" sldId="273"/>
            <ac:spMk id="2" creationId="{FE0C4193-E25D-93F4-D4F6-B0A6D7A99D7C}"/>
          </ac:spMkLst>
        </pc:spChg>
        <pc:spChg chg="mod">
          <ac:chgData name="Cornelia Popescu" userId="444ac7d1-afda-4314-b2c2-4aff562fe857" providerId="ADAL" clId="{3812F0D7-A263-41B2-AC96-1F3B68D731C9}" dt="2026-03-11T15:09:11.753" v="83" actId="255"/>
          <ac:spMkLst>
            <pc:docMk/>
            <pc:sldMk cId="3159480992" sldId="273"/>
            <ac:spMk id="3" creationId="{E4C04CC9-1646-FB74-90EC-0DCF5D5176B9}"/>
          </ac:spMkLst>
        </pc:spChg>
        <pc:spChg chg="mod">
          <ac:chgData name="Cornelia Popescu" userId="444ac7d1-afda-4314-b2c2-4aff562fe857" providerId="ADAL" clId="{3812F0D7-A263-41B2-AC96-1F3B68D731C9}" dt="2026-03-11T15:14:37.069" v="127" actId="1076"/>
          <ac:spMkLst>
            <pc:docMk/>
            <pc:sldMk cId="3159480992" sldId="273"/>
            <ac:spMk id="6" creationId="{BC9BA914-EFF2-B11D-D562-32452DF5B9F2}"/>
          </ac:spMkLst>
        </pc:spChg>
      </pc:sldChg>
      <pc:sldChg chg="del">
        <pc:chgData name="Cornelia Popescu" userId="444ac7d1-afda-4314-b2c2-4aff562fe857" providerId="ADAL" clId="{3812F0D7-A263-41B2-AC96-1F3B68D731C9}" dt="2026-03-11T15:04:24.850" v="77" actId="2696"/>
        <pc:sldMkLst>
          <pc:docMk/>
          <pc:sldMk cId="830877371" sldId="312"/>
        </pc:sldMkLst>
      </pc:sldChg>
      <pc:sldChg chg="modSp mod">
        <pc:chgData name="Cornelia Popescu" userId="444ac7d1-afda-4314-b2c2-4aff562fe857" providerId="ADAL" clId="{3812F0D7-A263-41B2-AC96-1F3B68D731C9}" dt="2026-03-11T15:14:31.273" v="126" actId="1076"/>
        <pc:sldMkLst>
          <pc:docMk/>
          <pc:sldMk cId="1888445973" sldId="314"/>
        </pc:sldMkLst>
        <pc:spChg chg="mod">
          <ac:chgData name="Cornelia Popescu" userId="444ac7d1-afda-4314-b2c2-4aff562fe857" providerId="ADAL" clId="{3812F0D7-A263-41B2-AC96-1F3B68D731C9}" dt="2026-03-11T15:10:51.766" v="97" actId="1076"/>
          <ac:spMkLst>
            <pc:docMk/>
            <pc:sldMk cId="1888445973" sldId="314"/>
            <ac:spMk id="3" creationId="{77CD2EBE-D984-33E7-A59F-767758800DCB}"/>
          </ac:spMkLst>
        </pc:spChg>
        <pc:spChg chg="mod">
          <ac:chgData name="Cornelia Popescu" userId="444ac7d1-afda-4314-b2c2-4aff562fe857" providerId="ADAL" clId="{3812F0D7-A263-41B2-AC96-1F3B68D731C9}" dt="2026-03-11T15:14:31.273" v="126" actId="1076"/>
          <ac:spMkLst>
            <pc:docMk/>
            <pc:sldMk cId="1888445973" sldId="314"/>
            <ac:spMk id="6" creationId="{512F0470-1416-3396-0B45-96CABF4186E4}"/>
          </ac:spMkLst>
        </pc:spChg>
      </pc:sldChg>
      <pc:sldChg chg="modSp mod">
        <pc:chgData name="Cornelia Popescu" userId="444ac7d1-afda-4314-b2c2-4aff562fe857" providerId="ADAL" clId="{3812F0D7-A263-41B2-AC96-1F3B68D731C9}" dt="2026-03-11T15:14:23.343" v="124" actId="1076"/>
        <pc:sldMkLst>
          <pc:docMk/>
          <pc:sldMk cId="2698224961" sldId="315"/>
        </pc:sldMkLst>
        <pc:spChg chg="mod">
          <ac:chgData name="Cornelia Popescu" userId="444ac7d1-afda-4314-b2c2-4aff562fe857" providerId="ADAL" clId="{3812F0D7-A263-41B2-AC96-1F3B68D731C9}" dt="2026-03-11T15:12:20.009" v="113" actId="113"/>
          <ac:spMkLst>
            <pc:docMk/>
            <pc:sldMk cId="2698224961" sldId="315"/>
            <ac:spMk id="3" creationId="{6BAA0ECF-AA1B-9D53-8BEB-65E6E2538422}"/>
          </ac:spMkLst>
        </pc:spChg>
        <pc:spChg chg="mod">
          <ac:chgData name="Cornelia Popescu" userId="444ac7d1-afda-4314-b2c2-4aff562fe857" providerId="ADAL" clId="{3812F0D7-A263-41B2-AC96-1F3B68D731C9}" dt="2026-03-11T15:14:23.343" v="124" actId="1076"/>
          <ac:spMkLst>
            <pc:docMk/>
            <pc:sldMk cId="2698224961" sldId="315"/>
            <ac:spMk id="6" creationId="{4A2B98BB-0909-9AD6-F79A-3F6E56D7FE7A}"/>
          </ac:spMkLst>
        </pc:spChg>
      </pc:sldChg>
      <pc:sldChg chg="modSp mod">
        <pc:chgData name="Cornelia Popescu" userId="444ac7d1-afda-4314-b2c2-4aff562fe857" providerId="ADAL" clId="{3812F0D7-A263-41B2-AC96-1F3B68D731C9}" dt="2026-03-11T15:14:18.521" v="123" actId="1076"/>
        <pc:sldMkLst>
          <pc:docMk/>
          <pc:sldMk cId="3737083466" sldId="316"/>
        </pc:sldMkLst>
        <pc:spChg chg="mod">
          <ac:chgData name="Cornelia Popescu" userId="444ac7d1-afda-4314-b2c2-4aff562fe857" providerId="ADAL" clId="{3812F0D7-A263-41B2-AC96-1F3B68D731C9}" dt="2026-03-11T15:14:10.958" v="122" actId="255"/>
          <ac:spMkLst>
            <pc:docMk/>
            <pc:sldMk cId="3737083466" sldId="316"/>
            <ac:spMk id="3" creationId="{EF067563-0479-4207-4BE5-F50C218B7033}"/>
          </ac:spMkLst>
        </pc:spChg>
        <pc:spChg chg="mod">
          <ac:chgData name="Cornelia Popescu" userId="444ac7d1-afda-4314-b2c2-4aff562fe857" providerId="ADAL" clId="{3812F0D7-A263-41B2-AC96-1F3B68D731C9}" dt="2026-03-11T15:14:18.521" v="123" actId="1076"/>
          <ac:spMkLst>
            <pc:docMk/>
            <pc:sldMk cId="3737083466" sldId="316"/>
            <ac:spMk id="6" creationId="{8CEC534C-4806-AC42-C03F-551F842A7D34}"/>
          </ac:spMkLst>
        </pc:spChg>
      </pc:sldChg>
      <pc:sldChg chg="modSp mod">
        <pc:chgData name="Cornelia Popescu" userId="444ac7d1-afda-4314-b2c2-4aff562fe857" providerId="ADAL" clId="{3812F0D7-A263-41B2-AC96-1F3B68D731C9}" dt="2026-03-11T15:18:44.833" v="158" actId="255"/>
        <pc:sldMkLst>
          <pc:docMk/>
          <pc:sldMk cId="2052706602" sldId="317"/>
        </pc:sldMkLst>
        <pc:spChg chg="mod">
          <ac:chgData name="Cornelia Popescu" userId="444ac7d1-afda-4314-b2c2-4aff562fe857" providerId="ADAL" clId="{3812F0D7-A263-41B2-AC96-1F3B68D731C9}" dt="2026-03-11T15:18:44.833" v="158" actId="255"/>
          <ac:spMkLst>
            <pc:docMk/>
            <pc:sldMk cId="2052706602" sldId="317"/>
            <ac:spMk id="3" creationId="{A432C4F7-781C-063F-9BD3-996B171B5053}"/>
          </ac:spMkLst>
        </pc:spChg>
        <pc:spChg chg="mod">
          <ac:chgData name="Cornelia Popescu" userId="444ac7d1-afda-4314-b2c2-4aff562fe857" providerId="ADAL" clId="{3812F0D7-A263-41B2-AC96-1F3B68D731C9}" dt="2026-03-11T15:17:24.366" v="145" actId="1076"/>
          <ac:spMkLst>
            <pc:docMk/>
            <pc:sldMk cId="2052706602" sldId="317"/>
            <ac:spMk id="6" creationId="{5B376F37-77D3-A909-8558-6177D4B7EF00}"/>
          </ac:spMkLst>
        </pc:spChg>
      </pc:sldChg>
      <pc:sldChg chg="modSp mod">
        <pc:chgData name="Cornelia Popescu" userId="444ac7d1-afda-4314-b2c2-4aff562fe857" providerId="ADAL" clId="{3812F0D7-A263-41B2-AC96-1F3B68D731C9}" dt="2026-03-11T15:20:05.790" v="167" actId="255"/>
        <pc:sldMkLst>
          <pc:docMk/>
          <pc:sldMk cId="3381320027" sldId="318"/>
        </pc:sldMkLst>
        <pc:spChg chg="mod">
          <ac:chgData name="Cornelia Popescu" userId="444ac7d1-afda-4314-b2c2-4aff562fe857" providerId="ADAL" clId="{3812F0D7-A263-41B2-AC96-1F3B68D731C9}" dt="2026-03-11T15:20:05.790" v="167" actId="255"/>
          <ac:spMkLst>
            <pc:docMk/>
            <pc:sldMk cId="3381320027" sldId="318"/>
            <ac:spMk id="3" creationId="{9DB68E31-60FB-4756-E0D4-E6AACEED1F5A}"/>
          </ac:spMkLst>
        </pc:spChg>
        <pc:spChg chg="mod">
          <ac:chgData name="Cornelia Popescu" userId="444ac7d1-afda-4314-b2c2-4aff562fe857" providerId="ADAL" clId="{3812F0D7-A263-41B2-AC96-1F3B68D731C9}" dt="2026-03-11T15:19:49.111" v="164" actId="1076"/>
          <ac:spMkLst>
            <pc:docMk/>
            <pc:sldMk cId="3381320027" sldId="318"/>
            <ac:spMk id="6" creationId="{CD8D8687-F0B6-AA0B-7E80-BA4689A86AEB}"/>
          </ac:spMkLst>
        </pc:spChg>
      </pc:sldChg>
      <pc:sldChg chg="del">
        <pc:chgData name="Cornelia Popescu" userId="444ac7d1-afda-4314-b2c2-4aff562fe857" providerId="ADAL" clId="{3812F0D7-A263-41B2-AC96-1F3B68D731C9}" dt="2026-03-11T15:21:08.719" v="181" actId="2696"/>
        <pc:sldMkLst>
          <pc:docMk/>
          <pc:sldMk cId="3414977014" sldId="319"/>
        </pc:sldMkLst>
      </pc:sldChg>
      <pc:sldChg chg="modSp mod">
        <pc:chgData name="Cornelia Popescu" userId="444ac7d1-afda-4314-b2c2-4aff562fe857" providerId="ADAL" clId="{3812F0D7-A263-41B2-AC96-1F3B68D731C9}" dt="2026-03-11T15:23:37.945" v="196" actId="108"/>
        <pc:sldMkLst>
          <pc:docMk/>
          <pc:sldMk cId="1734533345" sldId="320"/>
        </pc:sldMkLst>
        <pc:spChg chg="mod">
          <ac:chgData name="Cornelia Popescu" userId="444ac7d1-afda-4314-b2c2-4aff562fe857" providerId="ADAL" clId="{3812F0D7-A263-41B2-AC96-1F3B68D731C9}" dt="2026-03-11T15:23:37.945" v="196" actId="108"/>
          <ac:spMkLst>
            <pc:docMk/>
            <pc:sldMk cId="1734533345" sldId="320"/>
            <ac:spMk id="3" creationId="{8654EEC4-29A5-E858-48D1-1313EB2FC6B4}"/>
          </ac:spMkLst>
        </pc:spChg>
        <pc:spChg chg="mod">
          <ac:chgData name="Cornelia Popescu" userId="444ac7d1-afda-4314-b2c2-4aff562fe857" providerId="ADAL" clId="{3812F0D7-A263-41B2-AC96-1F3B68D731C9}" dt="2026-03-11T15:22:57.820" v="191" actId="1076"/>
          <ac:spMkLst>
            <pc:docMk/>
            <pc:sldMk cId="1734533345" sldId="320"/>
            <ac:spMk id="6" creationId="{7C282E67-25F5-A638-425E-9965791A79A2}"/>
          </ac:spMkLst>
        </pc:spChg>
      </pc:sldChg>
      <pc:sldChg chg="addSp delSp modSp mod">
        <pc:chgData name="Cornelia Popescu" userId="444ac7d1-afda-4314-b2c2-4aff562fe857" providerId="ADAL" clId="{3812F0D7-A263-41B2-AC96-1F3B68D731C9}" dt="2026-03-11T15:29:46.779" v="241" actId="108"/>
        <pc:sldMkLst>
          <pc:docMk/>
          <pc:sldMk cId="2378284645" sldId="321"/>
        </pc:sldMkLst>
        <pc:spChg chg="mod">
          <ac:chgData name="Cornelia Popescu" userId="444ac7d1-afda-4314-b2c2-4aff562fe857" providerId="ADAL" clId="{3812F0D7-A263-41B2-AC96-1F3B68D731C9}" dt="2026-03-11T15:25:12.434" v="214" actId="1076"/>
          <ac:spMkLst>
            <pc:docMk/>
            <pc:sldMk cId="2378284645" sldId="321"/>
            <ac:spMk id="3" creationId="{9FD0140A-7AAB-4D98-5C2F-776020451782}"/>
          </ac:spMkLst>
        </pc:spChg>
        <pc:spChg chg="add del">
          <ac:chgData name="Cornelia Popescu" userId="444ac7d1-afda-4314-b2c2-4aff562fe857" providerId="ADAL" clId="{3812F0D7-A263-41B2-AC96-1F3B68D731C9}" dt="2026-03-11T15:24:41.998" v="210" actId="22"/>
          <ac:spMkLst>
            <pc:docMk/>
            <pc:sldMk cId="2378284645" sldId="321"/>
            <ac:spMk id="5" creationId="{7B70C78D-4336-CF7D-DB13-C93D25053F63}"/>
          </ac:spMkLst>
        </pc:spChg>
        <pc:spChg chg="mod">
          <ac:chgData name="Cornelia Popescu" userId="444ac7d1-afda-4314-b2c2-4aff562fe857" providerId="ADAL" clId="{3812F0D7-A263-41B2-AC96-1F3B68D731C9}" dt="2026-03-11T15:29:46.779" v="241" actId="108"/>
          <ac:spMkLst>
            <pc:docMk/>
            <pc:sldMk cId="2378284645" sldId="321"/>
            <ac:spMk id="6" creationId="{D309FC7A-7B2C-9D62-1417-458FFA207FD5}"/>
          </ac:spMkLst>
        </pc:spChg>
      </pc:sldChg>
      <pc:sldChg chg="del">
        <pc:chgData name="Cornelia Popescu" userId="444ac7d1-afda-4314-b2c2-4aff562fe857" providerId="ADAL" clId="{3812F0D7-A263-41B2-AC96-1F3B68D731C9}" dt="2026-03-11T15:28:05.335" v="233" actId="2696"/>
        <pc:sldMkLst>
          <pc:docMk/>
          <pc:sldMk cId="1290945187" sldId="322"/>
        </pc:sldMkLst>
      </pc:sldChg>
      <pc:sldChg chg="modSp mod">
        <pc:chgData name="Cornelia Popescu" userId="444ac7d1-afda-4314-b2c2-4aff562fe857" providerId="ADAL" clId="{3812F0D7-A263-41B2-AC96-1F3B68D731C9}" dt="2026-03-11T15:33:56.350" v="332" actId="255"/>
        <pc:sldMkLst>
          <pc:docMk/>
          <pc:sldMk cId="379064668" sldId="323"/>
        </pc:sldMkLst>
        <pc:spChg chg="mod">
          <ac:chgData name="Cornelia Popescu" userId="444ac7d1-afda-4314-b2c2-4aff562fe857" providerId="ADAL" clId="{3812F0D7-A263-41B2-AC96-1F3B68D731C9}" dt="2026-03-11T15:32:23.446" v="263" actId="108"/>
          <ac:spMkLst>
            <pc:docMk/>
            <pc:sldMk cId="379064668" sldId="323"/>
            <ac:spMk id="3" creationId="{259832A7-15B1-EED8-C6ED-714AB2F64BD8}"/>
          </ac:spMkLst>
        </pc:spChg>
        <pc:spChg chg="mod">
          <ac:chgData name="Cornelia Popescu" userId="444ac7d1-afda-4314-b2c2-4aff562fe857" providerId="ADAL" clId="{3812F0D7-A263-41B2-AC96-1F3B68D731C9}" dt="2026-03-11T15:33:56.350" v="332" actId="255"/>
          <ac:spMkLst>
            <pc:docMk/>
            <pc:sldMk cId="379064668" sldId="323"/>
            <ac:spMk id="6" creationId="{621BBA60-B0C0-866D-053B-BEB060701ABB}"/>
          </ac:spMkLst>
        </pc:spChg>
      </pc:sldChg>
      <pc:sldChg chg="modSp mod">
        <pc:chgData name="Cornelia Popescu" userId="444ac7d1-afda-4314-b2c2-4aff562fe857" providerId="ADAL" clId="{3812F0D7-A263-41B2-AC96-1F3B68D731C9}" dt="2026-03-11T15:34:13.438" v="336" actId="255"/>
        <pc:sldMkLst>
          <pc:docMk/>
          <pc:sldMk cId="3240252916" sldId="324"/>
        </pc:sldMkLst>
        <pc:spChg chg="mod">
          <ac:chgData name="Cornelia Popescu" userId="444ac7d1-afda-4314-b2c2-4aff562fe857" providerId="ADAL" clId="{3812F0D7-A263-41B2-AC96-1F3B68D731C9}" dt="2026-03-11T15:30:51.090" v="248" actId="1076"/>
          <ac:spMkLst>
            <pc:docMk/>
            <pc:sldMk cId="3240252916" sldId="324"/>
            <ac:spMk id="2" creationId="{932FFE7E-EA67-AF22-45E5-6B5AD43AEA2B}"/>
          </ac:spMkLst>
        </pc:spChg>
        <pc:spChg chg="mod">
          <ac:chgData name="Cornelia Popescu" userId="444ac7d1-afda-4314-b2c2-4aff562fe857" providerId="ADAL" clId="{3812F0D7-A263-41B2-AC96-1F3B68D731C9}" dt="2026-03-11T15:32:09.122" v="259" actId="1076"/>
          <ac:spMkLst>
            <pc:docMk/>
            <pc:sldMk cId="3240252916" sldId="324"/>
            <ac:spMk id="3" creationId="{DC6CCEEE-4336-BEFC-2B36-3E3510441D65}"/>
          </ac:spMkLst>
        </pc:spChg>
        <pc:spChg chg="mod">
          <ac:chgData name="Cornelia Popescu" userId="444ac7d1-afda-4314-b2c2-4aff562fe857" providerId="ADAL" clId="{3812F0D7-A263-41B2-AC96-1F3B68D731C9}" dt="2026-03-11T15:34:13.438" v="336" actId="255"/>
          <ac:spMkLst>
            <pc:docMk/>
            <pc:sldMk cId="3240252916" sldId="324"/>
            <ac:spMk id="6" creationId="{E1743F7C-9A5D-FD88-9212-01104A13E4CC}"/>
          </ac:spMkLst>
        </pc:spChg>
      </pc:sldChg>
      <pc:sldChg chg="del">
        <pc:chgData name="Cornelia Popescu" userId="444ac7d1-afda-4314-b2c2-4aff562fe857" providerId="ADAL" clId="{3812F0D7-A263-41B2-AC96-1F3B68D731C9}" dt="2026-03-11T15:32:44.936" v="265" actId="2696"/>
        <pc:sldMkLst>
          <pc:docMk/>
          <pc:sldMk cId="903177392" sldId="325"/>
        </pc:sldMkLst>
      </pc:sldChg>
      <pc:sldChg chg="modSp mod">
        <pc:chgData name="Cornelia Popescu" userId="444ac7d1-afda-4314-b2c2-4aff562fe857" providerId="ADAL" clId="{3812F0D7-A263-41B2-AC96-1F3B68D731C9}" dt="2026-03-11T15:33:46.765" v="330" actId="255"/>
        <pc:sldMkLst>
          <pc:docMk/>
          <pc:sldMk cId="77332394" sldId="326"/>
        </pc:sldMkLst>
        <pc:spChg chg="mod">
          <ac:chgData name="Cornelia Popescu" userId="444ac7d1-afda-4314-b2c2-4aff562fe857" providerId="ADAL" clId="{3812F0D7-A263-41B2-AC96-1F3B68D731C9}" dt="2026-03-11T15:33:37.456" v="329" actId="108"/>
          <ac:spMkLst>
            <pc:docMk/>
            <pc:sldMk cId="77332394" sldId="326"/>
            <ac:spMk id="3" creationId="{506783B1-E48C-747A-9FAE-EB826C1612E4}"/>
          </ac:spMkLst>
        </pc:spChg>
        <pc:spChg chg="mod">
          <ac:chgData name="Cornelia Popescu" userId="444ac7d1-afda-4314-b2c2-4aff562fe857" providerId="ADAL" clId="{3812F0D7-A263-41B2-AC96-1F3B68D731C9}" dt="2026-03-11T15:33:46.765" v="330" actId="255"/>
          <ac:spMkLst>
            <pc:docMk/>
            <pc:sldMk cId="77332394" sldId="326"/>
            <ac:spMk id="6" creationId="{40E001C4-8928-7FD9-E211-29F4ED29C09E}"/>
          </ac:spMkLst>
        </pc:spChg>
      </pc:sldChg>
      <pc:sldChg chg="modSp mod">
        <pc:chgData name="Cornelia Popescu" userId="444ac7d1-afda-4314-b2c2-4aff562fe857" providerId="ADAL" clId="{3812F0D7-A263-41B2-AC96-1F3B68D731C9}" dt="2026-03-11T15:34:43.642" v="342" actId="108"/>
        <pc:sldMkLst>
          <pc:docMk/>
          <pc:sldMk cId="2972962014" sldId="327"/>
        </pc:sldMkLst>
        <pc:spChg chg="mod">
          <ac:chgData name="Cornelia Popescu" userId="444ac7d1-afda-4314-b2c2-4aff562fe857" providerId="ADAL" clId="{3812F0D7-A263-41B2-AC96-1F3B68D731C9}" dt="2026-03-11T15:34:43.642" v="342" actId="108"/>
          <ac:spMkLst>
            <pc:docMk/>
            <pc:sldMk cId="2972962014" sldId="327"/>
            <ac:spMk id="3" creationId="{B6635EA8-C9D0-F05A-04F4-BB9509753E82}"/>
          </ac:spMkLst>
        </pc:spChg>
        <pc:spChg chg="mod">
          <ac:chgData name="Cornelia Popescu" userId="444ac7d1-afda-4314-b2c2-4aff562fe857" providerId="ADAL" clId="{3812F0D7-A263-41B2-AC96-1F3B68D731C9}" dt="2026-03-11T15:34:25.193" v="337" actId="108"/>
          <ac:spMkLst>
            <pc:docMk/>
            <pc:sldMk cId="2972962014" sldId="327"/>
            <ac:spMk id="6" creationId="{EE7CD164-AFD8-3B42-F535-1C59B3ACD6EB}"/>
          </ac:spMkLst>
        </pc:spChg>
      </pc:sldChg>
      <pc:sldChg chg="del">
        <pc:chgData name="Cornelia Popescu" userId="444ac7d1-afda-4314-b2c2-4aff562fe857" providerId="ADAL" clId="{3812F0D7-A263-41B2-AC96-1F3B68D731C9}" dt="2026-03-11T15:00:48.801" v="1" actId="2696"/>
        <pc:sldMkLst>
          <pc:docMk/>
          <pc:sldMk cId="2978598296" sldId="329"/>
        </pc:sldMkLst>
      </pc:sldChg>
      <pc:sldChg chg="modSp mod">
        <pc:chgData name="Cornelia Popescu" userId="444ac7d1-afda-4314-b2c2-4aff562fe857" providerId="ADAL" clId="{3812F0D7-A263-41B2-AC96-1F3B68D731C9}" dt="2026-03-11T15:30:36.294" v="244" actId="1076"/>
        <pc:sldMkLst>
          <pc:docMk/>
          <pc:sldMk cId="1965326982" sldId="330"/>
        </pc:sldMkLst>
        <pc:spChg chg="mod">
          <ac:chgData name="Cornelia Popescu" userId="444ac7d1-afda-4314-b2c2-4aff562fe857" providerId="ADAL" clId="{3812F0D7-A263-41B2-AC96-1F3B68D731C9}" dt="2026-03-11T15:26:26.414" v="223" actId="255"/>
          <ac:spMkLst>
            <pc:docMk/>
            <pc:sldMk cId="1965326982" sldId="330"/>
            <ac:spMk id="3" creationId="{451CE8BA-756A-D374-3E64-2FEA630F05D0}"/>
          </ac:spMkLst>
        </pc:spChg>
        <pc:spChg chg="mod">
          <ac:chgData name="Cornelia Popescu" userId="444ac7d1-afda-4314-b2c2-4aff562fe857" providerId="ADAL" clId="{3812F0D7-A263-41B2-AC96-1F3B68D731C9}" dt="2026-03-11T15:30:36.294" v="244" actId="1076"/>
          <ac:spMkLst>
            <pc:docMk/>
            <pc:sldMk cId="1965326982" sldId="330"/>
            <ac:spMk id="6" creationId="{59A4F23F-DE9D-2C1F-7DE7-9ACAA401A3BC}"/>
          </ac:spMkLst>
        </pc:spChg>
      </pc:sldChg>
      <pc:sldChg chg="modSp mod">
        <pc:chgData name="Cornelia Popescu" userId="444ac7d1-afda-4314-b2c2-4aff562fe857" providerId="ADAL" clId="{3812F0D7-A263-41B2-AC96-1F3B68D731C9}" dt="2026-03-12T09:38:02.540" v="468" actId="1076"/>
        <pc:sldMkLst>
          <pc:docMk/>
          <pc:sldMk cId="3194375770" sldId="371"/>
        </pc:sldMkLst>
        <pc:spChg chg="mod">
          <ac:chgData name="Cornelia Popescu" userId="444ac7d1-afda-4314-b2c2-4aff562fe857" providerId="ADAL" clId="{3812F0D7-A263-41B2-AC96-1F3B68D731C9}" dt="2026-03-12T09:38:02.540" v="468" actId="1076"/>
          <ac:spMkLst>
            <pc:docMk/>
            <pc:sldMk cId="3194375770" sldId="371"/>
            <ac:spMk id="5" creationId="{1FEA13CC-0ED2-11D6-C76B-35CB1393240F}"/>
          </ac:spMkLst>
        </pc:spChg>
      </pc:sldChg>
      <pc:sldChg chg="add">
        <pc:chgData name="Cornelia Popescu" userId="444ac7d1-afda-4314-b2c2-4aff562fe857" providerId="ADAL" clId="{3812F0D7-A263-41B2-AC96-1F3B68D731C9}" dt="2026-03-11T15:00:45.881" v="0"/>
        <pc:sldMkLst>
          <pc:docMk/>
          <pc:sldMk cId="1075045137" sldId="373"/>
        </pc:sldMkLst>
      </pc:sldChg>
      <pc:sldChg chg="addSp modSp add mod ord">
        <pc:chgData name="Cornelia Popescu" userId="444ac7d1-afda-4314-b2c2-4aff562fe857" providerId="ADAL" clId="{3812F0D7-A263-41B2-AC96-1F3B68D731C9}" dt="2026-03-11T15:03:14.689" v="62" actId="1076"/>
        <pc:sldMkLst>
          <pc:docMk/>
          <pc:sldMk cId="2623230634" sldId="451"/>
        </pc:sldMkLst>
        <pc:spChg chg="mod">
          <ac:chgData name="Cornelia Popescu" userId="444ac7d1-afda-4314-b2c2-4aff562fe857" providerId="ADAL" clId="{3812F0D7-A263-41B2-AC96-1F3B68D731C9}" dt="2026-03-11T15:03:14.689" v="62" actId="1076"/>
          <ac:spMkLst>
            <pc:docMk/>
            <pc:sldMk cId="2623230634" sldId="451"/>
            <ac:spMk id="2" creationId="{13DF1749-1A1D-3164-354A-8D2A8109F7D1}"/>
          </ac:spMkLst>
        </pc:spChg>
        <pc:spChg chg="add mod">
          <ac:chgData name="Cornelia Popescu" userId="444ac7d1-afda-4314-b2c2-4aff562fe857" providerId="ADAL" clId="{3812F0D7-A263-41B2-AC96-1F3B68D731C9}" dt="2026-03-11T15:03:07.248" v="60" actId="1076"/>
          <ac:spMkLst>
            <pc:docMk/>
            <pc:sldMk cId="2623230634" sldId="451"/>
            <ac:spMk id="3" creationId="{AE5A927F-6968-5CA2-AA1C-E5F960B225AE}"/>
          </ac:spMkLst>
        </pc:spChg>
      </pc:sldChg>
      <pc:sldChg chg="modSp add mod">
        <pc:chgData name="Cornelia Popescu" userId="444ac7d1-afda-4314-b2c2-4aff562fe857" providerId="ADAL" clId="{3812F0D7-A263-41B2-AC96-1F3B68D731C9}" dt="2026-03-11T15:14:27.393" v="125" actId="1076"/>
        <pc:sldMkLst>
          <pc:docMk/>
          <pc:sldMk cId="1551191382" sldId="452"/>
        </pc:sldMkLst>
        <pc:spChg chg="mod">
          <ac:chgData name="Cornelia Popescu" userId="444ac7d1-afda-4314-b2c2-4aff562fe857" providerId="ADAL" clId="{3812F0D7-A263-41B2-AC96-1F3B68D731C9}" dt="2026-03-11T15:11:25.397" v="109" actId="255"/>
          <ac:spMkLst>
            <pc:docMk/>
            <pc:sldMk cId="1551191382" sldId="452"/>
            <ac:spMk id="3" creationId="{2650F30C-E2DC-B7E1-2D5B-A544B34F6CA8}"/>
          </ac:spMkLst>
        </pc:spChg>
        <pc:spChg chg="mod">
          <ac:chgData name="Cornelia Popescu" userId="444ac7d1-afda-4314-b2c2-4aff562fe857" providerId="ADAL" clId="{3812F0D7-A263-41B2-AC96-1F3B68D731C9}" dt="2026-03-11T15:14:27.393" v="125" actId="1076"/>
          <ac:spMkLst>
            <pc:docMk/>
            <pc:sldMk cId="1551191382" sldId="452"/>
            <ac:spMk id="6" creationId="{6197202B-B0C4-C827-18A1-B294DDF8D4B9}"/>
          </ac:spMkLst>
        </pc:spChg>
      </pc:sldChg>
      <pc:sldChg chg="modSp add mod">
        <pc:chgData name="Cornelia Popescu" userId="444ac7d1-afda-4314-b2c2-4aff562fe857" providerId="ADAL" clId="{3812F0D7-A263-41B2-AC96-1F3B68D731C9}" dt="2026-03-11T15:16:44.668" v="143" actId="1076"/>
        <pc:sldMkLst>
          <pc:docMk/>
          <pc:sldMk cId="1934615180" sldId="453"/>
        </pc:sldMkLst>
        <pc:spChg chg="mod">
          <ac:chgData name="Cornelia Popescu" userId="444ac7d1-afda-4314-b2c2-4aff562fe857" providerId="ADAL" clId="{3812F0D7-A263-41B2-AC96-1F3B68D731C9}" dt="2026-03-11T15:16:44.668" v="143" actId="1076"/>
          <ac:spMkLst>
            <pc:docMk/>
            <pc:sldMk cId="1934615180" sldId="453"/>
            <ac:spMk id="3" creationId="{F42E6BD2-02A0-9E1A-5B1F-ECCC4C36F15E}"/>
          </ac:spMkLst>
        </pc:spChg>
      </pc:sldChg>
      <pc:sldChg chg="add del">
        <pc:chgData name="Cornelia Popescu" userId="444ac7d1-afda-4314-b2c2-4aff562fe857" providerId="ADAL" clId="{3812F0D7-A263-41B2-AC96-1F3B68D731C9}" dt="2026-03-11T15:18:03.835" v="149" actId="2890"/>
        <pc:sldMkLst>
          <pc:docMk/>
          <pc:sldMk cId="248676555" sldId="454"/>
        </pc:sldMkLst>
      </pc:sldChg>
      <pc:sldChg chg="modSp add mod">
        <pc:chgData name="Cornelia Popescu" userId="444ac7d1-afda-4314-b2c2-4aff562fe857" providerId="ADAL" clId="{3812F0D7-A263-41B2-AC96-1F3B68D731C9}" dt="2026-03-11T15:19:08.727" v="162" actId="255"/>
        <pc:sldMkLst>
          <pc:docMk/>
          <pc:sldMk cId="4166991812" sldId="454"/>
        </pc:sldMkLst>
        <pc:spChg chg="mod">
          <ac:chgData name="Cornelia Popescu" userId="444ac7d1-afda-4314-b2c2-4aff562fe857" providerId="ADAL" clId="{3812F0D7-A263-41B2-AC96-1F3B68D731C9}" dt="2026-03-11T15:19:08.727" v="162" actId="255"/>
          <ac:spMkLst>
            <pc:docMk/>
            <pc:sldMk cId="4166991812" sldId="454"/>
            <ac:spMk id="3" creationId="{4405E8F3-9CF5-2B5D-1364-DDAC86D9A5EF}"/>
          </ac:spMkLst>
        </pc:spChg>
      </pc:sldChg>
      <pc:sldChg chg="modSp add mod ord">
        <pc:chgData name="Cornelia Popescu" userId="444ac7d1-afda-4314-b2c2-4aff562fe857" providerId="ADAL" clId="{3812F0D7-A263-41B2-AC96-1F3B68D731C9}" dt="2026-03-11T15:21:02.761" v="180" actId="1076"/>
        <pc:sldMkLst>
          <pc:docMk/>
          <pc:sldMk cId="2179531903" sldId="455"/>
        </pc:sldMkLst>
        <pc:spChg chg="mod">
          <ac:chgData name="Cornelia Popescu" userId="444ac7d1-afda-4314-b2c2-4aff562fe857" providerId="ADAL" clId="{3812F0D7-A263-41B2-AC96-1F3B68D731C9}" dt="2026-03-11T15:21:02.761" v="180" actId="1076"/>
          <ac:spMkLst>
            <pc:docMk/>
            <pc:sldMk cId="2179531903" sldId="455"/>
            <ac:spMk id="3" creationId="{D7B526F6-6F05-7F1F-3520-1A9B3883EC73}"/>
          </ac:spMkLst>
        </pc:spChg>
      </pc:sldChg>
      <pc:sldChg chg="modSp add mod">
        <pc:chgData name="Cornelia Popescu" userId="444ac7d1-afda-4314-b2c2-4aff562fe857" providerId="ADAL" clId="{3812F0D7-A263-41B2-AC96-1F3B68D731C9}" dt="2026-03-11T15:28:29.310" v="238" actId="1076"/>
        <pc:sldMkLst>
          <pc:docMk/>
          <pc:sldMk cId="1827732440" sldId="456"/>
        </pc:sldMkLst>
        <pc:spChg chg="mod">
          <ac:chgData name="Cornelia Popescu" userId="444ac7d1-afda-4314-b2c2-4aff562fe857" providerId="ADAL" clId="{3812F0D7-A263-41B2-AC96-1F3B68D731C9}" dt="2026-03-11T15:28:29.310" v="238" actId="1076"/>
          <ac:spMkLst>
            <pc:docMk/>
            <pc:sldMk cId="1827732440" sldId="456"/>
            <ac:spMk id="3" creationId="{5CA329C7-1900-D58B-DED9-37392649B8C9}"/>
          </ac:spMkLst>
        </pc:spChg>
      </pc:sldChg>
      <pc:sldChg chg="modSp add mod">
        <pc:chgData name="Cornelia Popescu" userId="444ac7d1-afda-4314-b2c2-4aff562fe857" providerId="ADAL" clId="{3812F0D7-A263-41B2-AC96-1F3B68D731C9}" dt="2026-03-11T15:33:03.076" v="323" actId="1076"/>
        <pc:sldMkLst>
          <pc:docMk/>
          <pc:sldMk cId="2929295572" sldId="457"/>
        </pc:sldMkLst>
        <pc:spChg chg="mod">
          <ac:chgData name="Cornelia Popescu" userId="444ac7d1-afda-4314-b2c2-4aff562fe857" providerId="ADAL" clId="{3812F0D7-A263-41B2-AC96-1F3B68D731C9}" dt="2026-03-11T15:33:03.076" v="323" actId="1076"/>
          <ac:spMkLst>
            <pc:docMk/>
            <pc:sldMk cId="2929295572" sldId="457"/>
            <ac:spMk id="3" creationId="{5780B58E-795B-7360-8E75-C5DA1F5C091B}"/>
          </ac:spMkLst>
        </pc:spChg>
      </pc:sldChg>
      <pc:sldChg chg="add del">
        <pc:chgData name="Cornelia Popescu" userId="444ac7d1-afda-4314-b2c2-4aff562fe857" providerId="ADAL" clId="{3812F0D7-A263-41B2-AC96-1F3B68D731C9}" dt="2026-03-11T15:37:44.622" v="345" actId="2890"/>
        <pc:sldMkLst>
          <pc:docMk/>
          <pc:sldMk cId="1459799232" sldId="458"/>
        </pc:sldMkLst>
      </pc:sldChg>
      <pc:sldChg chg="modSp add mod">
        <pc:chgData name="Cornelia Popescu" userId="444ac7d1-afda-4314-b2c2-4aff562fe857" providerId="ADAL" clId="{3812F0D7-A263-41B2-AC96-1F3B68D731C9}" dt="2026-03-12T09:32:41.987" v="443" actId="1076"/>
        <pc:sldMkLst>
          <pc:docMk/>
          <pc:sldMk cId="368699384" sldId="462"/>
        </pc:sldMkLst>
        <pc:spChg chg="mod">
          <ac:chgData name="Cornelia Popescu" userId="444ac7d1-afda-4314-b2c2-4aff562fe857" providerId="ADAL" clId="{3812F0D7-A263-41B2-AC96-1F3B68D731C9}" dt="2026-03-12T09:32:41.987" v="443" actId="1076"/>
          <ac:spMkLst>
            <pc:docMk/>
            <pc:sldMk cId="368699384" sldId="462"/>
            <ac:spMk id="15" creationId="{CCA2F5CC-E586-965A-2FB8-42013F8AE37A}"/>
          </ac:spMkLst>
        </pc:spChg>
      </pc:sldChg>
    </pc:docChg>
  </pc:docChgLst>
  <pc:docChgLst>
    <pc:chgData name="Guest User" userId="S::urn:spo:tenantanon#ed2b45ec-3dfc-411c-9ffc-cb053e727a4c::" providerId="AD" clId="Web-{4F8AC2A6-35FF-1B0F-9EAD-C146D0D79CC1}"/>
    <pc:docChg chg="modSld">
      <pc:chgData name="Guest User" userId="S::urn:spo:tenantanon#ed2b45ec-3dfc-411c-9ffc-cb053e727a4c::" providerId="AD" clId="Web-{4F8AC2A6-35FF-1B0F-9EAD-C146D0D79CC1}" dt="2026-03-10T08:41:50.541" v="13" actId="20577"/>
      <pc:docMkLst>
        <pc:docMk/>
      </pc:docMkLst>
      <pc:sldChg chg="modSp">
        <pc:chgData name="Guest User" userId="S::urn:spo:tenantanon#ed2b45ec-3dfc-411c-9ffc-cb053e727a4c::" providerId="AD" clId="Web-{4F8AC2A6-35FF-1B0F-9EAD-C146D0D79CC1}" dt="2026-03-10T08:41:50.541" v="13" actId="20577"/>
        <pc:sldMkLst>
          <pc:docMk/>
          <pc:sldMk cId="3514717738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1DDD4-3CED-4400-A9AC-F2C4A6E68C52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845E0-60C2-446A-9A7D-97133A17F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77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59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326C-31AE-44B5-39C7-1543E450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2D99A-5F13-AFCA-D0A8-07EE3A7D8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C4091-ECD9-2151-C0A3-DACA3D3C6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2BDB7-B75F-542F-5A73-9FF5830EC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60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2186-40B7-284A-1DEB-C51ADE6B1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33E76-1B4F-F151-7C5D-32E2C479E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7429E-4DF1-52D0-05A3-C6E0D19E1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20841-4852-A5E9-5B26-EB818C166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60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001A5-984F-CAB6-F799-DCBD17B2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00093-207D-ED40-A311-3A489067A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AE080-5AD4-8371-E215-113FE8D0C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CB428-456F-B01B-3CB9-F251AB311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4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DC49-84E5-B5DC-2B4F-EB3839B4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3E427-F052-6CE3-B5CD-11BFC3E7A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5939D-8663-37FF-9E8C-83F9CF16E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D8BAE-6833-5B9B-41E9-E7F01C398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93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2379-E5BF-3AC6-9B71-31C27BC1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431AB-8FE0-84A3-52B3-D69E746A3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71B1D-EB58-3AE6-C2C7-CD5FE776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6984-58D5-D831-E142-6261E7554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0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54A0-6E21-5679-F30E-F1AAA186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75E31-D664-E957-53BA-90F801A21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5D069-50CB-5659-2A44-53AF0E382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BE7E7-FD0C-426E-E696-97CCF75D4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76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0C3F0-0933-4408-6CF2-8C22CE22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34DB7-2B2E-2DF5-72BE-45EFF4629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9C8CA-C514-2B8E-A649-89AB8B37A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8B183-F0D2-0B7B-31B0-B423B5FE3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2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6FA7-A4C8-2F50-8470-18FEE591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CD4F8-C6EC-6585-935C-F4974824D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816F0-A427-5990-9BBD-336B3FE29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E2753-CF62-8C64-49FC-ABD7F9DB4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69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E72D-12C9-57D5-EBD9-19C6F79C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8E072-9DA1-9DE8-EF2E-97C2E1942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2A618-4E86-F4DA-674B-4C87430E1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5CD52-4300-F642-16C8-BA33E1E87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56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B76D-D8EE-AF0D-9D33-20DCA73D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C8CFD-F024-A7C1-3EB2-63F2A3093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EF837-F7C0-89C9-30CE-F9938E6FE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CD46-14FD-D1F5-CD74-35EDCB17F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35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59CFC-1150-B0F1-DC18-FF9B28BB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D5B69-F296-9511-4CCA-26BAF5335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E5874-1131-18EF-F991-ACAEF051D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C0B94-6B37-6394-CA66-F23FA46FC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36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A1FA-F063-0FFD-9C97-5A51896A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23490-A8F7-C47A-D762-AABCCA441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FB778-0FAD-A946-AD76-EC7CB4B97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17654-C040-C8E6-0E9C-09F044190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49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B459-D871-2378-24A5-2A57AA51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FF37E-004F-8B25-8331-D7C419187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D2748-0FFA-EC66-FF52-BECD7D634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799A4-EAFE-BB6E-E822-BF74DD0BD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84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AC13-8A68-10C0-D37C-CF00F36B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18687-7BC2-09BE-CB4D-4113A207F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4FFD9-C227-4328-86EF-BEA7F619E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769B6-9C92-59AA-1C78-E4013C8BF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23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262A-3128-2512-5E76-9CF52AEF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9F47C-CD33-B013-E312-F74FEBA3E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93A8C-DE03-1B11-5FAD-A21F01C4C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4233C-03F6-E13C-409A-D38DDF45E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0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CraftEase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aplikacijsko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rješenje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razvijeno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opremom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uređenje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koji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unaprijediti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angažman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izravno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svoje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Cilj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vašoj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pružiti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uslugu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koja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pomaže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prijavama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DIY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radionice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promoviranju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projektnih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tutorijala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praćenju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dostupnosti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alata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materijala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stvarnom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vremenu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osmišljena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besprijekorno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postojeću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stranicu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Jednostavna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korištenje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sigurna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prilagodljiva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vašem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brendu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potrebama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kupaca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Funkcionalnosti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uključuju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personalizirane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preporuke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projekata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upravljanje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rezervacijama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alate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povratne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informacije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korisnika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analitiku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timove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trgovini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29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0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15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4911BAC4-6BC8-78C9-C3A0-3B8193B50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94142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55890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5FF10651-A88B-132B-AE77-005E725B1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5683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A7D5785-C017-9CDE-887E-053A663A7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1160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alat, dizajn&#10;&#10;Opis je automatski generiran">
            <a:extLst>
              <a:ext uri="{FF2B5EF4-FFF2-40B4-BE49-F238E27FC236}">
                <a16:creationId xmlns:a16="http://schemas.microsoft.com/office/drawing/2014/main" id="{7174B7B0-D794-7A54-5CF6-E0A21E0E5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9893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8154B72-B9D9-7CC8-2522-C7E3F4476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3897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F67D23E-A28C-75D8-1345-0AB914675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5255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35DF2062-AC53-CC06-3408-F03D9B95B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226208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9FAA237F-8481-A276-5DC5-A3FC50F5B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83575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511350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911371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6747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467913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248076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81044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16583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363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3914329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4985429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42275643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68226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380577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8715454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713496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5428948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7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89923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8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9210358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0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25.05.2026.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5" r:id="rId5"/>
    <p:sldLayoutId id="2147483651" r:id="rId6"/>
    <p:sldLayoutId id="2147483660" r:id="rId7"/>
    <p:sldLayoutId id="2147483666" r:id="rId8"/>
    <p:sldLayoutId id="2147483652" r:id="rId9"/>
    <p:sldLayoutId id="2147483661" r:id="rId10"/>
    <p:sldLayoutId id="2147483667" r:id="rId11"/>
    <p:sldLayoutId id="2147483653" r:id="rId12"/>
    <p:sldLayoutId id="2147483662" r:id="rId13"/>
    <p:sldLayoutId id="2147483668" r:id="rId14"/>
    <p:sldLayoutId id="2147483654" r:id="rId15"/>
    <p:sldLayoutId id="2147483663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25.05.2026.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6046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Relationship Id="rId4" Type="http://schemas.openxmlformats.org/officeDocument/2006/relationships/hyperlink" Target="https://www.pmi.org/pmbok-guide-standards/foundational/pmbok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sheet.com/content/project-closeout-template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Relationship Id="rId5" Type="http://schemas.openxmlformats.org/officeDocument/2006/relationships/hyperlink" Target="https://www.smartsheet.com/sites/default/files/2025-04/IC-Closing-a-Project-Checklist-12367_PDF.pdf" TargetMode="External"/><Relationship Id="rId4" Type="http://schemas.openxmlformats.org/officeDocument/2006/relationships/hyperlink" Target="https://www.projectmanager.com/blog/project-closu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022C4E9-1E70-8866-3479-A24FD93D0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SHIFT4IT</a:t>
            </a:r>
            <a:endParaRPr lang="hr-HR" dirty="0"/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2D59F4E1-B531-21D4-1874-34304F7DA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Shifting the paradigm for women in IT sector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7504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DF1749-1A1D-3164-354A-8D2A8109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6274" y="1729954"/>
            <a:ext cx="9144000" cy="2387600"/>
          </a:xfrm>
        </p:spPr>
        <p:txBody>
          <a:bodyPr>
            <a:normAutofit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hr-HR" sz="5400" b="1" dirty="0"/>
              <a:t>ZAVRŠETAK PROJEKTA</a:t>
            </a:r>
          </a:p>
        </p:txBody>
      </p:sp>
      <p:sp>
        <p:nvSpPr>
          <p:cNvPr id="3" name="Podnaslov 4">
            <a:extLst>
              <a:ext uri="{FF2B5EF4-FFF2-40B4-BE49-F238E27FC236}">
                <a16:creationId xmlns:a16="http://schemas.microsoft.com/office/drawing/2014/main" id="{AE5A927F-6968-5CA2-AA1C-E5F960B225AE}"/>
              </a:ext>
            </a:extLst>
          </p:cNvPr>
          <p:cNvSpPr txBox="1">
            <a:spLocks/>
          </p:cNvSpPr>
          <p:nvPr/>
        </p:nvSpPr>
        <p:spPr>
          <a:xfrm>
            <a:off x="4046484" y="4449370"/>
            <a:ext cx="7715528" cy="59559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Konačno</a:t>
            </a: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odobrenje</a:t>
            </a: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dionika</a:t>
            </a:r>
            <a:endParaRPr lang="en-US" sz="4000" dirty="0">
              <a:latin typeface="Bahnschrift" panose="020B0502040204020203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US" sz="3400" dirty="0">
              <a:latin typeface="Bahnschrift" panose="020B0502040204020203" pitchFamily="34" charset="0"/>
              <a:ea typeface="+mj-ea"/>
              <a:cs typeface="+mj-cs"/>
            </a:endParaRPr>
          </a:p>
          <a:p>
            <a:endParaRPr lang="en-US" sz="3200" dirty="0">
              <a:solidFill>
                <a:srgbClr val="0070C0"/>
              </a:solidFill>
            </a:endParaRPr>
          </a:p>
          <a:p>
            <a:endParaRPr lang="hr-HR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23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25DB994-20D2-9EF1-A081-C76AA523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ahnschrift SemiBold"/>
                <a:ea typeface="+mn-ea"/>
                <a:cs typeface="+mn-cs"/>
              </a:rPr>
              <a:t>S</a:t>
            </a:r>
            <a:r>
              <a:rPr lang="hr-HR" sz="3600" dirty="0" err="1">
                <a:latin typeface="Bahnschrift SemiBold"/>
                <a:ea typeface="+mn-ea"/>
                <a:cs typeface="+mn-cs"/>
              </a:rPr>
              <a:t>ažetak</a:t>
            </a:r>
            <a:endParaRPr lang="en-US" sz="3600" dirty="0">
              <a:latin typeface="Bahnschrift SemiBold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66EFC-39EA-1C1F-5F7D-CBDAA2E12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58903"/>
            <a:ext cx="8950692" cy="49911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hr-HR" altLang="en-US" sz="24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1.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Konačno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odobrenje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dionika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2.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Svrha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zatvaranja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svih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ugovora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3. Procesi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zatvaranja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ugovora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4.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Završno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izvješće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o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projektu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(1 h)</a:t>
            </a:r>
            <a:br>
              <a:rPr lang="ro-RO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ro-RO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CE9A-14E4-18BF-FA8F-1333B23D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4193-E25D-93F4-D4F6-B0A6D7A9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202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4CC9-1646-FB74-90EC-0DCF5D517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err="1"/>
              <a:t>Uspješno</a:t>
            </a:r>
            <a:r>
              <a:rPr lang="en-US" sz="2600" dirty="0"/>
              <a:t> </a:t>
            </a:r>
            <a:r>
              <a:rPr lang="en-US" sz="2600" dirty="0" err="1"/>
              <a:t>prihvaćanje</a:t>
            </a:r>
            <a:r>
              <a:rPr lang="en-US" sz="2600" dirty="0"/>
              <a:t> od </a:t>
            </a:r>
            <a:r>
              <a:rPr lang="en-US" sz="2600" dirty="0" err="1"/>
              <a:t>strane</a:t>
            </a:r>
            <a:r>
              <a:rPr lang="en-US" sz="2600" dirty="0"/>
              <a:t> </a:t>
            </a:r>
            <a:r>
              <a:rPr lang="en-US" sz="2600" dirty="0" err="1"/>
              <a:t>sudionika</a:t>
            </a:r>
            <a:r>
              <a:rPr lang="en-US" sz="2600" dirty="0"/>
              <a:t> </a:t>
            </a:r>
            <a:r>
              <a:rPr lang="en-US" sz="2600" dirty="0" err="1"/>
              <a:t>ključna</a:t>
            </a:r>
            <a:r>
              <a:rPr lang="en-US" sz="2600" dirty="0"/>
              <a:t> je </a:t>
            </a:r>
            <a:r>
              <a:rPr lang="en-US" sz="2600" dirty="0" err="1"/>
              <a:t>komponenta</a:t>
            </a:r>
            <a:r>
              <a:rPr lang="en-US" sz="2600" dirty="0"/>
              <a:t> </a:t>
            </a:r>
            <a:r>
              <a:rPr lang="en-US" sz="2600" dirty="0" err="1"/>
              <a:t>zatvaranja</a:t>
            </a:r>
            <a:r>
              <a:rPr lang="en-US" sz="2600" dirty="0"/>
              <a:t> </a:t>
            </a:r>
            <a:r>
              <a:rPr lang="en-US" sz="2600" dirty="0" err="1"/>
              <a:t>projekta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 err="1"/>
              <a:t>Slijedeći</a:t>
            </a:r>
            <a:r>
              <a:rPr lang="en-US" sz="2600" b="1" dirty="0"/>
              <a:t> </a:t>
            </a:r>
            <a:r>
              <a:rPr lang="en-US" sz="2600" b="1" dirty="0" err="1"/>
              <a:t>strukturirani</a:t>
            </a:r>
            <a:r>
              <a:rPr lang="en-US" sz="2600" b="1" dirty="0"/>
              <a:t> plan</a:t>
            </a:r>
            <a:r>
              <a:rPr lang="en-US" sz="2600" dirty="0"/>
              <a:t>, </a:t>
            </a:r>
            <a:r>
              <a:rPr lang="en-US" sz="2600" dirty="0" err="1"/>
              <a:t>osiguravamo</a:t>
            </a:r>
            <a:r>
              <a:rPr lang="en-US" sz="2600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da </a:t>
            </a:r>
            <a:r>
              <a:rPr lang="en-US" sz="2600" dirty="0" err="1"/>
              <a:t>svi</a:t>
            </a:r>
            <a:r>
              <a:rPr lang="en-US" sz="2600" dirty="0"/>
              <a:t> </a:t>
            </a:r>
            <a:r>
              <a:rPr lang="en-US" sz="2600" dirty="0" err="1"/>
              <a:t>isporučivi</a:t>
            </a:r>
            <a:r>
              <a:rPr lang="en-US" sz="2600" dirty="0"/>
              <a:t> </a:t>
            </a:r>
            <a:r>
              <a:rPr lang="en-US" sz="2600" dirty="0" err="1"/>
              <a:t>rezultati</a:t>
            </a:r>
            <a:r>
              <a:rPr lang="en-US" sz="2600" dirty="0"/>
              <a:t> </a:t>
            </a:r>
            <a:r>
              <a:rPr lang="en-US" sz="2600" dirty="0" err="1"/>
              <a:t>ispunjavaju</a:t>
            </a:r>
            <a:r>
              <a:rPr lang="en-US" sz="2600" dirty="0"/>
              <a:t> </a:t>
            </a:r>
            <a:r>
              <a:rPr lang="en-US" sz="2600" dirty="0" err="1"/>
              <a:t>očekivanja</a:t>
            </a:r>
            <a:r>
              <a:rPr lang="en-US" sz="2600" dirty="0"/>
              <a:t>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da </a:t>
            </a:r>
            <a:r>
              <a:rPr lang="en-US" sz="2600" dirty="0" err="1"/>
              <a:t>su</a:t>
            </a:r>
            <a:r>
              <a:rPr lang="en-US" sz="2600" dirty="0"/>
              <a:t> </a:t>
            </a:r>
            <a:r>
              <a:rPr lang="en-US" sz="2600" dirty="0" err="1"/>
              <a:t>svi</a:t>
            </a:r>
            <a:r>
              <a:rPr lang="en-US" sz="2600" dirty="0"/>
              <a:t> </a:t>
            </a:r>
            <a:r>
              <a:rPr lang="en-US" sz="2600" dirty="0" err="1"/>
              <a:t>otvoreni</a:t>
            </a:r>
            <a:r>
              <a:rPr lang="en-US" sz="2600" dirty="0"/>
              <a:t> </a:t>
            </a:r>
            <a:r>
              <a:rPr lang="en-US" sz="2600" dirty="0" err="1"/>
              <a:t>problemi</a:t>
            </a:r>
            <a:r>
              <a:rPr lang="en-US" sz="2600" dirty="0"/>
              <a:t> </a:t>
            </a:r>
            <a:r>
              <a:rPr lang="en-US" sz="2600" dirty="0" err="1"/>
              <a:t>riješeni</a:t>
            </a:r>
            <a:r>
              <a:rPr lang="en-US" sz="2600" dirty="0"/>
              <a:t> i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/>
              <a:t>da </a:t>
            </a:r>
            <a:r>
              <a:rPr lang="en-US" sz="2600" dirty="0" err="1"/>
              <a:t>dionici</a:t>
            </a:r>
            <a:r>
              <a:rPr lang="en-US" sz="2600" dirty="0"/>
              <a:t> </a:t>
            </a:r>
            <a:r>
              <a:rPr lang="en-US" sz="2600" dirty="0" err="1"/>
              <a:t>formalno</a:t>
            </a:r>
            <a:r>
              <a:rPr lang="en-US" sz="2600" dirty="0"/>
              <a:t> </a:t>
            </a:r>
            <a:r>
              <a:rPr lang="en-US" sz="2600" dirty="0" err="1"/>
              <a:t>odobre</a:t>
            </a:r>
            <a:r>
              <a:rPr lang="en-US" sz="2600" dirty="0"/>
              <a:t> </a:t>
            </a:r>
            <a:r>
              <a:rPr lang="en-US" sz="2600" dirty="0" err="1"/>
              <a:t>završetak</a:t>
            </a:r>
            <a:r>
              <a:rPr lang="en-US" sz="2600" dirty="0"/>
              <a:t> </a:t>
            </a:r>
            <a:r>
              <a:rPr lang="en-US" sz="2600" dirty="0" err="1"/>
              <a:t>projekta</a:t>
            </a:r>
            <a:r>
              <a:rPr lang="en-US" sz="2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BA914-EFF2-B11D-D562-32452DF5B9F2}"/>
              </a:ext>
            </a:extLst>
          </p:cNvPr>
          <p:cNvSpPr txBox="1"/>
          <p:nvPr/>
        </p:nvSpPr>
        <p:spPr>
          <a:xfrm>
            <a:off x="1045555" y="436676"/>
            <a:ext cx="109110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dirty="0">
                <a:latin typeface="Bahnschrift SemiBold"/>
              </a:rPr>
              <a:t>Prihvaćanje od </a:t>
            </a:r>
            <a:r>
              <a:rPr lang="pl-PL" sz="3600" dirty="0" err="1">
                <a:latin typeface="Bahnschrift SemiBold"/>
              </a:rPr>
              <a:t>strane</a:t>
            </a:r>
            <a:r>
              <a:rPr lang="pl-PL" sz="3600" dirty="0">
                <a:latin typeface="Bahnschrift SemiBold"/>
              </a:rPr>
              <a:t> </a:t>
            </a:r>
            <a:r>
              <a:rPr lang="pl-PL" sz="3600" dirty="0" err="1">
                <a:latin typeface="Bahnschrift SemiBold"/>
              </a:rPr>
              <a:t>sudionika</a:t>
            </a:r>
            <a:r>
              <a:rPr lang="pl-PL" sz="3600" dirty="0">
                <a:latin typeface="Bahnschrift SemiBold"/>
              </a:rPr>
              <a:t> za zatvaranje projekta</a:t>
            </a:r>
          </a:p>
        </p:txBody>
      </p:sp>
    </p:spTree>
    <p:extLst>
      <p:ext uri="{BB962C8B-B14F-4D97-AF65-F5344CB8AC3E}">
        <p14:creationId xmlns:p14="http://schemas.microsoft.com/office/powerpoint/2010/main" val="315948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AAE2-52E1-8040-7117-D1CF024B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5CC4-A988-4A7F-7A76-FE682965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2EBE-D984-33E7-A59F-767758800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96" y="2141537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b="1" dirty="0" err="1"/>
              <a:t>Svrha</a:t>
            </a:r>
            <a:r>
              <a:rPr lang="en-US" b="1" dirty="0"/>
              <a:t> </a:t>
            </a:r>
            <a:r>
              <a:rPr lang="en-US" dirty="0"/>
              <a:t>plana </a:t>
            </a:r>
            <a:r>
              <a:rPr lang="en-US" dirty="0" err="1"/>
              <a:t>prihvaćanja</a:t>
            </a:r>
            <a:r>
              <a:rPr lang="en-US" dirty="0"/>
              <a:t> od </a:t>
            </a:r>
            <a:r>
              <a:rPr lang="en-US" dirty="0" err="1"/>
              <a:t>strane</a:t>
            </a:r>
            <a:r>
              <a:rPr lang="en-US" dirty="0"/>
              <a:t> </a:t>
            </a:r>
            <a:r>
              <a:rPr lang="en-US" dirty="0" err="1"/>
              <a:t>sudionika</a:t>
            </a:r>
            <a:r>
              <a:rPr lang="en-US" dirty="0"/>
              <a:t> je </a:t>
            </a:r>
            <a:r>
              <a:rPr lang="en-US" b="1" dirty="0" err="1">
                <a:solidFill>
                  <a:srgbClr val="0ADBBC"/>
                </a:solidFill>
              </a:rPr>
              <a:t>osigurati</a:t>
            </a:r>
            <a:r>
              <a:rPr lang="en-US" b="1" dirty="0">
                <a:solidFill>
                  <a:srgbClr val="0ADBBC"/>
                </a:solidFill>
              </a:rPr>
              <a:t> da </a:t>
            </a:r>
            <a:r>
              <a:rPr lang="en-US" b="1" dirty="0" err="1">
                <a:solidFill>
                  <a:srgbClr val="0ADBBC"/>
                </a:solidFill>
              </a:rPr>
              <a:t>svi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projektni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dionici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formalno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prihvate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zatvaranje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projekta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i </a:t>
            </a:r>
            <a:r>
              <a:rPr lang="en-US" dirty="0" err="1"/>
              <a:t>potvrde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ciljevi</a:t>
            </a:r>
            <a:r>
              <a:rPr lang="en-US" dirty="0"/>
              <a:t>, </a:t>
            </a:r>
            <a:r>
              <a:rPr lang="en-US" dirty="0" err="1"/>
              <a:t>isporučivi</a:t>
            </a:r>
            <a:r>
              <a:rPr lang="en-US" dirty="0"/>
              <a:t> </a:t>
            </a:r>
            <a:r>
              <a:rPr lang="en-US" dirty="0" err="1"/>
              <a:t>rezultati</a:t>
            </a:r>
            <a:r>
              <a:rPr lang="en-US" dirty="0"/>
              <a:t> i </a:t>
            </a:r>
            <a:r>
              <a:rPr lang="en-US" dirty="0" err="1"/>
              <a:t>očekivanja</a:t>
            </a:r>
            <a:r>
              <a:rPr lang="en-US" dirty="0"/>
              <a:t> </a:t>
            </a:r>
            <a:r>
              <a:rPr lang="en-US" dirty="0" err="1"/>
              <a:t>ispunjeni</a:t>
            </a:r>
            <a:r>
              <a:rPr lang="en-US" dirty="0"/>
              <a:t>.</a:t>
            </a:r>
          </a:p>
          <a:p>
            <a:pPr marL="457200" indent="-457200">
              <a:buAutoNum type="arabicPeriod"/>
            </a:pPr>
            <a:endParaRPr lang="en-US" b="1" dirty="0"/>
          </a:p>
          <a:p>
            <a:pPr marL="457200" indent="-457200">
              <a:buAutoNum type="arabicPeriod"/>
            </a:pPr>
            <a:r>
              <a:rPr lang="en-US" b="1" dirty="0" err="1"/>
              <a:t>Ključni</a:t>
            </a:r>
            <a:r>
              <a:rPr lang="en-US" b="1" dirty="0"/>
              <a:t> </a:t>
            </a:r>
            <a:r>
              <a:rPr lang="en-US" b="1" dirty="0" err="1"/>
              <a:t>sudionici</a:t>
            </a:r>
            <a:r>
              <a:rPr lang="en-US" b="1" dirty="0"/>
              <a:t>: </a:t>
            </a:r>
            <a:r>
              <a:rPr lang="en-US" dirty="0" err="1"/>
              <a:t>Identificiranje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relevantnih</a:t>
            </a:r>
            <a:r>
              <a:rPr lang="en-US" dirty="0"/>
              <a:t> </a:t>
            </a:r>
            <a:r>
              <a:rPr lang="en-US" dirty="0" err="1"/>
              <a:t>dionika</a:t>
            </a:r>
            <a:r>
              <a:rPr lang="en-US" dirty="0"/>
              <a:t> </a:t>
            </a:r>
            <a:r>
              <a:rPr lang="en-US" dirty="0" err="1"/>
              <a:t>ključno</a:t>
            </a:r>
            <a:r>
              <a:rPr lang="en-US" dirty="0"/>
              <a:t> je za </a:t>
            </a:r>
            <a:r>
              <a:rPr lang="en-US" dirty="0" err="1"/>
              <a:t>uspješno</a:t>
            </a:r>
            <a:r>
              <a:rPr lang="en-US" dirty="0"/>
              <a:t> </a:t>
            </a:r>
            <a:r>
              <a:rPr lang="en-US" dirty="0" err="1"/>
              <a:t>zatvaranje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F0470-1416-3396-0B45-96CABF4186E4}"/>
              </a:ext>
            </a:extLst>
          </p:cNvPr>
          <p:cNvSpPr txBox="1"/>
          <p:nvPr/>
        </p:nvSpPr>
        <p:spPr>
          <a:xfrm>
            <a:off x="1732547" y="151392"/>
            <a:ext cx="999586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Prihvaćanje od </a:t>
            </a:r>
            <a:r>
              <a:rPr lang="pl-PL" sz="3800" dirty="0" err="1">
                <a:latin typeface="Bahnschrift SemiBold"/>
              </a:rPr>
              <a:t>strane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 </a:t>
            </a:r>
            <a:r>
              <a:rPr lang="en-US" sz="3800" dirty="0">
                <a:latin typeface="Bahnschrift SemiBold"/>
              </a:rPr>
              <a:t>I.</a:t>
            </a:r>
          </a:p>
        </p:txBody>
      </p:sp>
    </p:spTree>
    <p:extLst>
      <p:ext uri="{BB962C8B-B14F-4D97-AF65-F5344CB8AC3E}">
        <p14:creationId xmlns:p14="http://schemas.microsoft.com/office/powerpoint/2010/main" val="188844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543F-85D7-565F-A3C0-F7C66D16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732F-CABF-C0AF-6CAC-95C5AC91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0F30C-E2DC-B7E1-2D5B-A544B34F6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76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 err="1">
                <a:solidFill>
                  <a:srgbClr val="0ADBBC"/>
                </a:solidFill>
              </a:rPr>
              <a:t>Ključni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sudionici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obično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uključuju</a:t>
            </a:r>
            <a:r>
              <a:rPr lang="en-US" b="1" dirty="0">
                <a:solidFill>
                  <a:srgbClr val="0ADBBC"/>
                </a:solidFill>
              </a:rPr>
              <a:t>:</a:t>
            </a:r>
          </a:p>
          <a:p>
            <a:pPr marL="0" indent="0">
              <a:buNone/>
            </a:pPr>
            <a:endParaRPr lang="en-US" sz="2200" dirty="0"/>
          </a:p>
          <a:p>
            <a:pPr lvl="1"/>
            <a:r>
              <a:rPr lang="en-US" sz="2800" dirty="0" err="1"/>
              <a:t>Sponzor</a:t>
            </a:r>
            <a:r>
              <a:rPr lang="en-US" sz="2800" dirty="0"/>
              <a:t> </a:t>
            </a:r>
            <a:r>
              <a:rPr lang="en-US" sz="2800" dirty="0" err="1"/>
              <a:t>projekta</a:t>
            </a:r>
            <a:endParaRPr lang="en-US" sz="2800" dirty="0"/>
          </a:p>
          <a:p>
            <a:pPr lvl="1"/>
            <a:r>
              <a:rPr lang="en-US" sz="2800" dirty="0" err="1"/>
              <a:t>Klijenti</a:t>
            </a:r>
            <a:r>
              <a:rPr lang="en-US" sz="2800" dirty="0"/>
              <a:t> / </a:t>
            </a:r>
            <a:r>
              <a:rPr lang="en-US" sz="2800" dirty="0" err="1"/>
              <a:t>krajnji</a:t>
            </a:r>
            <a:r>
              <a:rPr lang="en-US" sz="2800" dirty="0"/>
              <a:t> </a:t>
            </a:r>
            <a:r>
              <a:rPr lang="en-US" sz="2800" dirty="0" err="1"/>
              <a:t>korisnici</a:t>
            </a:r>
            <a:endParaRPr lang="en-US" sz="2800" dirty="0"/>
          </a:p>
          <a:p>
            <a:pPr lvl="1"/>
            <a:r>
              <a:rPr lang="en-US" sz="2800" dirty="0" err="1"/>
              <a:t>Članovi</a:t>
            </a:r>
            <a:r>
              <a:rPr lang="en-US" sz="2800" dirty="0"/>
              <a:t> </a:t>
            </a:r>
            <a:r>
              <a:rPr lang="en-US" sz="2800" dirty="0" err="1"/>
              <a:t>projektnog</a:t>
            </a:r>
            <a:r>
              <a:rPr lang="en-US" sz="2800" dirty="0"/>
              <a:t> </a:t>
            </a:r>
            <a:r>
              <a:rPr lang="en-US" sz="2800" dirty="0" err="1"/>
              <a:t>tima</a:t>
            </a:r>
            <a:endParaRPr lang="en-US" sz="2800" dirty="0"/>
          </a:p>
          <a:p>
            <a:pPr lvl="1"/>
            <a:r>
              <a:rPr lang="en-US" sz="2800" dirty="0"/>
              <a:t>Viši </a:t>
            </a:r>
            <a:r>
              <a:rPr lang="en-US" sz="2800" dirty="0" err="1"/>
              <a:t>menadžment</a:t>
            </a:r>
            <a:endParaRPr lang="en-US" sz="2800" dirty="0"/>
          </a:p>
          <a:p>
            <a:pPr lvl="1"/>
            <a:r>
              <a:rPr lang="en-US" sz="2800" dirty="0" err="1"/>
              <a:t>Dobavljači</a:t>
            </a:r>
            <a:r>
              <a:rPr lang="en-US" sz="2800" dirty="0"/>
              <a:t> i </a:t>
            </a:r>
            <a:r>
              <a:rPr lang="en-US" sz="2800" dirty="0" err="1"/>
              <a:t>isporučitelji</a:t>
            </a:r>
            <a:endParaRPr lang="en-US" sz="28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7202B-B0C4-C827-18A1-B294DDF8D4B9}"/>
              </a:ext>
            </a:extLst>
          </p:cNvPr>
          <p:cNvSpPr txBox="1"/>
          <p:nvPr/>
        </p:nvSpPr>
        <p:spPr>
          <a:xfrm>
            <a:off x="2707975" y="128954"/>
            <a:ext cx="90204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Prihvaćanje od </a:t>
            </a:r>
            <a:r>
              <a:rPr lang="pl-PL" sz="3800" dirty="0" err="1">
                <a:latin typeface="Bahnschrift SemiBold"/>
              </a:rPr>
              <a:t>strane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 </a:t>
            </a:r>
            <a:r>
              <a:rPr lang="en-US" sz="3800" dirty="0">
                <a:latin typeface="Bahnschrift SemiBold"/>
              </a:rPr>
              <a:t>I.</a:t>
            </a:r>
          </a:p>
        </p:txBody>
      </p:sp>
    </p:spTree>
    <p:extLst>
      <p:ext uri="{BB962C8B-B14F-4D97-AF65-F5344CB8AC3E}">
        <p14:creationId xmlns:p14="http://schemas.microsoft.com/office/powerpoint/2010/main" val="1551191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F07D-2CD7-4E35-9CA0-C285D89B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2F6-EEC3-EC66-8838-D70CCDAA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0ECF-AA1B-9D53-8BEB-65E6E2538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0ADBBC"/>
                </a:solidFill>
              </a:rPr>
              <a:t>3. KRITERIJI PRIHVAĆANJA</a:t>
            </a:r>
          </a:p>
          <a:p>
            <a:pPr>
              <a:buNone/>
            </a:pPr>
            <a:r>
              <a:rPr lang="en-US" sz="2400" dirty="0"/>
              <a:t>Za </a:t>
            </a:r>
            <a:r>
              <a:rPr lang="en-US" sz="2400" dirty="0" err="1"/>
              <a:t>postizanje</a:t>
            </a:r>
            <a:r>
              <a:rPr lang="en-US" sz="2400" dirty="0"/>
              <a:t> </a:t>
            </a:r>
            <a:r>
              <a:rPr lang="en-US" sz="2400" dirty="0" err="1"/>
              <a:t>formalnog</a:t>
            </a:r>
            <a:r>
              <a:rPr lang="en-US" sz="2400" dirty="0"/>
              <a:t> </a:t>
            </a:r>
            <a:r>
              <a:rPr lang="en-US" sz="2400" dirty="0" err="1"/>
              <a:t>prihvaćanja</a:t>
            </a:r>
            <a:r>
              <a:rPr lang="en-US" sz="2400" dirty="0"/>
              <a:t> </a:t>
            </a:r>
            <a:r>
              <a:rPr lang="en-US" sz="2400" b="1" dirty="0" err="1"/>
              <a:t>moraju</a:t>
            </a:r>
            <a:r>
              <a:rPr lang="en-US" sz="2400" b="1" dirty="0"/>
              <a:t> </a:t>
            </a:r>
            <a:r>
              <a:rPr lang="en-US" sz="2400" b="1" dirty="0" err="1"/>
              <a:t>biti</a:t>
            </a:r>
            <a:r>
              <a:rPr lang="en-US" sz="2400" b="1" dirty="0"/>
              <a:t> </a:t>
            </a:r>
            <a:r>
              <a:rPr lang="en-US" sz="2400" b="1" dirty="0" err="1"/>
              <a:t>ispunjeni</a:t>
            </a:r>
            <a:r>
              <a:rPr lang="en-US" sz="2400" b="1" dirty="0"/>
              <a:t> </a:t>
            </a:r>
            <a:r>
              <a:rPr lang="en-US" sz="2400" b="1" dirty="0" err="1"/>
              <a:t>sljedeći</a:t>
            </a:r>
            <a:r>
              <a:rPr lang="en-US" sz="2400" b="1" dirty="0"/>
              <a:t> </a:t>
            </a:r>
            <a:r>
              <a:rPr lang="en-US" sz="2400" b="1" dirty="0" err="1"/>
              <a:t>kriteriji</a:t>
            </a:r>
            <a:r>
              <a:rPr lang="en-US" sz="2400" dirty="0"/>
              <a:t>:</a:t>
            </a:r>
          </a:p>
          <a:p>
            <a:pPr>
              <a:buNone/>
            </a:pPr>
            <a:endParaRPr lang="en-US" sz="8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Svi </a:t>
            </a:r>
            <a:r>
              <a:rPr lang="en-US" dirty="0" err="1"/>
              <a:t>projektni</a:t>
            </a:r>
            <a:r>
              <a:rPr lang="en-US" dirty="0"/>
              <a:t> </a:t>
            </a:r>
            <a:r>
              <a:rPr lang="en-US" dirty="0" err="1"/>
              <a:t>isporučivi</a:t>
            </a:r>
            <a:r>
              <a:rPr lang="en-US" dirty="0"/>
              <a:t> </a:t>
            </a:r>
            <a:r>
              <a:rPr lang="en-US" dirty="0" err="1"/>
              <a:t>rezultati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dovršeni</a:t>
            </a:r>
            <a:r>
              <a:rPr lang="en-US" dirty="0"/>
              <a:t> i </a:t>
            </a:r>
            <a:r>
              <a:rPr lang="en-US" dirty="0" err="1"/>
              <a:t>odobreni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Svi </a:t>
            </a:r>
            <a:r>
              <a:rPr lang="en-US" dirty="0" err="1"/>
              <a:t>dogovoreni</a:t>
            </a:r>
            <a:r>
              <a:rPr lang="en-US" dirty="0"/>
              <a:t> </a:t>
            </a:r>
            <a:r>
              <a:rPr lang="en-US" dirty="0" err="1"/>
              <a:t>kriteriji</a:t>
            </a:r>
            <a:r>
              <a:rPr lang="en-US" dirty="0"/>
              <a:t> </a:t>
            </a:r>
            <a:r>
              <a:rPr lang="en-US" dirty="0" err="1"/>
              <a:t>uspješnosti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ispunjeni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Sva</a:t>
            </a:r>
            <a:r>
              <a:rPr lang="en-US" dirty="0"/>
              <a:t> </a:t>
            </a:r>
            <a:r>
              <a:rPr lang="en-US" dirty="0" err="1"/>
              <a:t>preostala</a:t>
            </a:r>
            <a:r>
              <a:rPr lang="en-US" dirty="0"/>
              <a:t> </a:t>
            </a:r>
            <a:r>
              <a:rPr lang="en-US" dirty="0" err="1"/>
              <a:t>pitanja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riješena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dokumentirana</a:t>
            </a:r>
            <a:r>
              <a:rPr lang="en-US" dirty="0"/>
              <a:t> za </a:t>
            </a:r>
            <a:r>
              <a:rPr lang="en-US" dirty="0" err="1"/>
              <a:t>buduću</a:t>
            </a:r>
            <a:r>
              <a:rPr lang="en-US" dirty="0"/>
              <a:t> </a:t>
            </a:r>
            <a:r>
              <a:rPr lang="en-US" dirty="0" err="1"/>
              <a:t>referencu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Provedena</a:t>
            </a:r>
            <a:r>
              <a:rPr lang="en-US" dirty="0"/>
              <a:t> je </a:t>
            </a:r>
            <a:r>
              <a:rPr lang="en-US" dirty="0" err="1"/>
              <a:t>potrebna</a:t>
            </a:r>
            <a:r>
              <a:rPr lang="en-US" dirty="0"/>
              <a:t> </a:t>
            </a:r>
            <a:r>
              <a:rPr lang="en-US" dirty="0" err="1"/>
              <a:t>obuka</a:t>
            </a:r>
            <a:r>
              <a:rPr lang="en-US" dirty="0"/>
              <a:t> i </a:t>
            </a:r>
            <a:r>
              <a:rPr lang="en-US" dirty="0" err="1"/>
              <a:t>prijenos</a:t>
            </a:r>
            <a:r>
              <a:rPr lang="en-US" dirty="0"/>
              <a:t> </a:t>
            </a:r>
            <a:r>
              <a:rPr lang="en-US" dirty="0" err="1"/>
              <a:t>znanja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Potvrđena</a:t>
            </a:r>
            <a:r>
              <a:rPr lang="en-US" dirty="0"/>
              <a:t> je </a:t>
            </a:r>
            <a:r>
              <a:rPr lang="en-US" dirty="0" err="1"/>
              <a:t>usklađenost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pravnim</a:t>
            </a:r>
            <a:r>
              <a:rPr lang="en-US" dirty="0"/>
              <a:t> i </a:t>
            </a:r>
            <a:r>
              <a:rPr lang="en-US" dirty="0" err="1"/>
              <a:t>regulatornim</a:t>
            </a:r>
            <a:r>
              <a:rPr lang="en-US" dirty="0"/>
              <a:t> </a:t>
            </a:r>
            <a:r>
              <a:rPr lang="en-US" dirty="0" err="1"/>
              <a:t>zahtjevima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sudionici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potpisali</a:t>
            </a:r>
            <a:r>
              <a:rPr lang="en-US" dirty="0"/>
              <a:t> </a:t>
            </a:r>
            <a:r>
              <a:rPr lang="en-US" dirty="0" err="1"/>
              <a:t>završne</a:t>
            </a:r>
            <a:r>
              <a:rPr lang="en-US" dirty="0"/>
              <a:t> </a:t>
            </a:r>
            <a:r>
              <a:rPr lang="en-US" dirty="0" err="1"/>
              <a:t>dokumente</a:t>
            </a:r>
            <a:r>
              <a:rPr lang="en-US" dirty="0"/>
              <a:t> o </a:t>
            </a:r>
            <a:r>
              <a:rPr lang="en-US" dirty="0" err="1"/>
              <a:t>prihvaćanju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B98BB-0909-9AD6-F79A-3F6E56D7FE7A}"/>
              </a:ext>
            </a:extLst>
          </p:cNvPr>
          <p:cNvSpPr txBox="1"/>
          <p:nvPr/>
        </p:nvSpPr>
        <p:spPr>
          <a:xfrm>
            <a:off x="2069433" y="140881"/>
            <a:ext cx="966948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Prihvaćanje od </a:t>
            </a:r>
            <a:r>
              <a:rPr lang="pl-PL" sz="3800" dirty="0" err="1">
                <a:latin typeface="Bahnschrift SemiBold"/>
              </a:rPr>
              <a:t>strane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</a:t>
            </a:r>
            <a:r>
              <a:rPr lang="en-US" sz="3800" dirty="0">
                <a:latin typeface="Bahnschrift SemiBold"/>
              </a:rPr>
              <a:t> II.</a:t>
            </a:r>
          </a:p>
        </p:txBody>
      </p:sp>
    </p:spTree>
    <p:extLst>
      <p:ext uri="{BB962C8B-B14F-4D97-AF65-F5344CB8AC3E}">
        <p14:creationId xmlns:p14="http://schemas.microsoft.com/office/powerpoint/2010/main" val="269822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2ED3-430D-C019-9143-FA7C8D8A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5A39-1DAF-AB52-560F-498AB056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7563-0479-4207-4BE5-F50C218B7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" y="1690688"/>
            <a:ext cx="11649376" cy="49822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4. </a:t>
            </a:r>
            <a:r>
              <a:rPr lang="en-US" b="1" dirty="0" err="1">
                <a:solidFill>
                  <a:srgbClr val="0ADBBC"/>
                </a:solidFill>
              </a:rPr>
              <a:t>Proces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prihvaćanja</a:t>
            </a:r>
            <a:endParaRPr lang="en-US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prihvaćanja</a:t>
            </a:r>
            <a:r>
              <a:rPr lang="en-US" dirty="0"/>
              <a:t> </a:t>
            </a:r>
            <a:r>
              <a:rPr lang="en-US" dirty="0" err="1"/>
              <a:t>sastoji</a:t>
            </a:r>
            <a:r>
              <a:rPr lang="en-US" dirty="0"/>
              <a:t> se od </a:t>
            </a:r>
            <a:r>
              <a:rPr lang="en-US" dirty="0" err="1"/>
              <a:t>sljedećih</a:t>
            </a:r>
            <a:r>
              <a:rPr lang="en-US" dirty="0"/>
              <a:t> </a:t>
            </a:r>
            <a:r>
              <a:rPr lang="en-US" dirty="0" err="1"/>
              <a:t>koraka</a:t>
            </a:r>
            <a:r>
              <a:rPr lang="en-US" dirty="0"/>
              <a:t>:</a:t>
            </a:r>
          </a:p>
          <a:p>
            <a:pPr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pPr lvl="1">
              <a:buNone/>
            </a:pPr>
            <a:r>
              <a:rPr lang="en-US" sz="2800" b="1" dirty="0">
                <a:solidFill>
                  <a:srgbClr val="0ADBBC"/>
                </a:solidFill>
              </a:rPr>
              <a:t>4.1. Završni </a:t>
            </a:r>
            <a:r>
              <a:rPr lang="en-US" sz="2800" b="1" dirty="0" err="1">
                <a:solidFill>
                  <a:srgbClr val="0ADBBC"/>
                </a:solidFill>
              </a:rPr>
              <a:t>pregled</a:t>
            </a:r>
            <a:r>
              <a:rPr lang="en-US" sz="2800" b="1" dirty="0">
                <a:solidFill>
                  <a:srgbClr val="0ADBBC"/>
                </a:solidFill>
              </a:rPr>
              <a:t> i </a:t>
            </a:r>
            <a:r>
              <a:rPr lang="en-US" sz="2800" b="1" dirty="0" err="1">
                <a:solidFill>
                  <a:srgbClr val="0ADBBC"/>
                </a:solidFill>
              </a:rPr>
              <a:t>evaluacija</a:t>
            </a:r>
            <a:endParaRPr lang="hr-HR" sz="2800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pPr lvl="1"/>
            <a:r>
              <a:rPr lang="en-US" sz="2800" dirty="0" err="1"/>
              <a:t>Provesti</a:t>
            </a:r>
            <a:r>
              <a:rPr lang="en-US" sz="2800" dirty="0"/>
              <a:t> </a:t>
            </a:r>
            <a:r>
              <a:rPr lang="en-US" sz="2800" dirty="0" err="1"/>
              <a:t>završni</a:t>
            </a:r>
            <a:r>
              <a:rPr lang="en-US" sz="2800" dirty="0"/>
              <a:t> </a:t>
            </a:r>
            <a:r>
              <a:rPr lang="en-US" sz="2800" dirty="0" err="1"/>
              <a:t>sastanak</a:t>
            </a:r>
            <a:r>
              <a:rPr lang="en-US" sz="2800" dirty="0"/>
              <a:t> </a:t>
            </a:r>
            <a:r>
              <a:rPr lang="en-US" sz="2800" dirty="0" err="1"/>
              <a:t>pregleda</a:t>
            </a:r>
            <a:r>
              <a:rPr lang="en-US" sz="2800" dirty="0"/>
              <a:t> s </a:t>
            </a:r>
            <a:r>
              <a:rPr lang="en-US" sz="2800" dirty="0" err="1"/>
              <a:t>ključnim</a:t>
            </a:r>
            <a:r>
              <a:rPr lang="en-US" sz="2800" dirty="0"/>
              <a:t> </a:t>
            </a:r>
            <a:r>
              <a:rPr lang="en-US" sz="2800" dirty="0" err="1"/>
              <a:t>sudionicima</a:t>
            </a:r>
            <a:r>
              <a:rPr lang="en-US" sz="2800" dirty="0"/>
              <a:t>.</a:t>
            </a:r>
          </a:p>
          <a:p>
            <a:pPr lvl="1"/>
            <a:r>
              <a:rPr lang="en-US" sz="2800" dirty="0" err="1"/>
              <a:t>Procijeniti</a:t>
            </a:r>
            <a:r>
              <a:rPr lang="en-US" sz="2800" dirty="0"/>
              <a:t> </a:t>
            </a:r>
            <a:r>
              <a:rPr lang="en-US" sz="2800" dirty="0" err="1"/>
              <a:t>isporučene</a:t>
            </a:r>
            <a:r>
              <a:rPr lang="en-US" sz="2800" dirty="0"/>
              <a:t> </a:t>
            </a:r>
            <a:r>
              <a:rPr lang="en-US" sz="2800" dirty="0" err="1"/>
              <a:t>rezultate</a:t>
            </a:r>
            <a:r>
              <a:rPr lang="en-US" sz="2800" dirty="0"/>
              <a:t> u </a:t>
            </a:r>
            <a:r>
              <a:rPr lang="en-US" sz="2800" dirty="0" err="1"/>
              <a:t>odnosu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dogovorene</a:t>
            </a:r>
            <a:r>
              <a:rPr lang="en-US" sz="2800" dirty="0"/>
              <a:t> </a:t>
            </a:r>
            <a:r>
              <a:rPr lang="en-US" sz="2800" dirty="0" err="1"/>
              <a:t>kriterije</a:t>
            </a:r>
            <a:r>
              <a:rPr lang="hr-HR" sz="2800" dirty="0"/>
              <a:t> </a:t>
            </a:r>
            <a:r>
              <a:rPr lang="en-US" sz="2800" dirty="0" err="1"/>
              <a:t>uspješnosti</a:t>
            </a:r>
            <a:r>
              <a:rPr lang="en-US" sz="2800" dirty="0"/>
              <a:t>.</a:t>
            </a:r>
          </a:p>
          <a:p>
            <a:pPr lvl="1"/>
            <a:r>
              <a:rPr lang="en-US" sz="2800" dirty="0" err="1"/>
              <a:t>Identificirati</a:t>
            </a:r>
            <a:r>
              <a:rPr lang="en-US" sz="2800" dirty="0"/>
              <a:t> i </a:t>
            </a:r>
            <a:r>
              <a:rPr lang="en-US" sz="2800" dirty="0" err="1"/>
              <a:t>dokumentirati</a:t>
            </a:r>
            <a:r>
              <a:rPr lang="en-US" sz="2800" dirty="0"/>
              <a:t> </a:t>
            </a:r>
            <a:r>
              <a:rPr lang="en-US" sz="2800" dirty="0" err="1"/>
              <a:t>sve</a:t>
            </a:r>
            <a:r>
              <a:rPr lang="en-US" sz="2800" dirty="0"/>
              <a:t> </a:t>
            </a:r>
            <a:r>
              <a:rPr lang="en-US" sz="2800" dirty="0" err="1"/>
              <a:t>preostale</a:t>
            </a:r>
            <a:r>
              <a:rPr lang="en-US" sz="2800" dirty="0"/>
              <a:t> </a:t>
            </a:r>
            <a:r>
              <a:rPr lang="en-US" sz="2800" dirty="0" err="1"/>
              <a:t>nedoumice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C534C-4806-AC42-C03F-551F842A7D34}"/>
              </a:ext>
            </a:extLst>
          </p:cNvPr>
          <p:cNvSpPr txBox="1"/>
          <p:nvPr/>
        </p:nvSpPr>
        <p:spPr>
          <a:xfrm>
            <a:off x="2660225" y="185032"/>
            <a:ext cx="90204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Plan </a:t>
            </a:r>
            <a:r>
              <a:rPr lang="pl-PL" sz="3800" dirty="0" err="1">
                <a:latin typeface="Bahnschrift SemiBold"/>
              </a:rPr>
              <a:t>prihvaćanja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</a:t>
            </a:r>
            <a:r>
              <a:rPr lang="en-US" sz="3800" dirty="0">
                <a:latin typeface="Bahnschrift SemiBold"/>
              </a:rPr>
              <a:t> III.</a:t>
            </a:r>
          </a:p>
        </p:txBody>
      </p:sp>
    </p:spTree>
    <p:extLst>
      <p:ext uri="{BB962C8B-B14F-4D97-AF65-F5344CB8AC3E}">
        <p14:creationId xmlns:p14="http://schemas.microsoft.com/office/powerpoint/2010/main" val="3737083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1C33-AE72-047A-E137-5DD79B50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2D7F-CEC5-92D7-3389-60F6FABF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E6BD2-02A0-9E1A-5B1F-ECCC4C36F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18" y="1746766"/>
            <a:ext cx="11649376" cy="4351338"/>
          </a:xfrm>
        </p:spPr>
        <p:txBody>
          <a:bodyPr>
            <a:no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0ADBBC"/>
                </a:solidFill>
              </a:rPr>
              <a:t>4. </a:t>
            </a:r>
            <a:r>
              <a:rPr lang="en-US" sz="2800" b="1" dirty="0" err="1">
                <a:solidFill>
                  <a:srgbClr val="0ADBBC"/>
                </a:solidFill>
              </a:rPr>
              <a:t>Proces</a:t>
            </a:r>
            <a:r>
              <a:rPr lang="en-US" sz="2800" b="1" dirty="0">
                <a:solidFill>
                  <a:srgbClr val="0ADBBC"/>
                </a:solidFill>
              </a:rPr>
              <a:t> </a:t>
            </a:r>
            <a:r>
              <a:rPr lang="en-US" sz="2800" b="1" dirty="0" err="1">
                <a:solidFill>
                  <a:srgbClr val="0ADBBC"/>
                </a:solidFill>
              </a:rPr>
              <a:t>prihvaćanja</a:t>
            </a:r>
            <a:endParaRPr lang="en-US" sz="2800" b="1" dirty="0">
              <a:solidFill>
                <a:srgbClr val="0ADBBC"/>
              </a:solidFill>
            </a:endParaRPr>
          </a:p>
          <a:p>
            <a:pPr marL="228600" lvl="1">
              <a:spcBef>
                <a:spcPts val="1000"/>
              </a:spcBef>
              <a:buNone/>
            </a:pPr>
            <a:endParaRPr lang="en-US" sz="2800" b="1" dirty="0">
              <a:solidFill>
                <a:srgbClr val="0ADBBC"/>
              </a:solidFill>
            </a:endParaRPr>
          </a:p>
          <a:p>
            <a:pPr marL="685800" lvl="2"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ADBBC"/>
                </a:solidFill>
              </a:rPr>
              <a:t>4.2. </a:t>
            </a:r>
            <a:r>
              <a:rPr lang="en-US" sz="2400" b="1" dirty="0" err="1">
                <a:solidFill>
                  <a:srgbClr val="0ADBBC"/>
                </a:solidFill>
              </a:rPr>
              <a:t>Rješavanje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preostalih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pitanja</a:t>
            </a:r>
            <a:endParaRPr lang="en-US" sz="2400" b="1" dirty="0">
              <a:solidFill>
                <a:srgbClr val="0ADBBC"/>
              </a:solidFill>
            </a:endParaRPr>
          </a:p>
          <a:p>
            <a:pPr marL="914400" lvl="2" indent="-457200">
              <a:spcBef>
                <a:spcPts val="1000"/>
              </a:spcBef>
            </a:pPr>
            <a:r>
              <a:rPr lang="en-US" sz="2400" dirty="0" err="1"/>
              <a:t>Riješiti</a:t>
            </a:r>
            <a:r>
              <a:rPr lang="en-US" sz="2400" dirty="0"/>
              <a:t> </a:t>
            </a:r>
            <a:r>
              <a:rPr lang="en-US" sz="2400" dirty="0" err="1"/>
              <a:t>sva</a:t>
            </a:r>
            <a:r>
              <a:rPr lang="en-US" sz="2400" dirty="0"/>
              <a:t> </a:t>
            </a:r>
            <a:r>
              <a:rPr lang="en-US" sz="2400" dirty="0" err="1"/>
              <a:t>preostala</a:t>
            </a:r>
            <a:r>
              <a:rPr lang="en-US" sz="2400" dirty="0"/>
              <a:t> </a:t>
            </a:r>
            <a:r>
              <a:rPr lang="en-US" sz="2400" dirty="0" err="1"/>
              <a:t>pitanja</a:t>
            </a:r>
            <a:r>
              <a:rPr lang="en-US" sz="2400" dirty="0"/>
              <a:t>.</a:t>
            </a:r>
          </a:p>
          <a:p>
            <a:pPr marL="914400" lvl="2" indent="-457200">
              <a:spcBef>
                <a:spcPts val="1000"/>
              </a:spcBef>
            </a:pPr>
            <a:r>
              <a:rPr lang="en-US" sz="2400" dirty="0" err="1"/>
              <a:t>Dobiti</a:t>
            </a:r>
            <a:r>
              <a:rPr lang="en-US" sz="2400" dirty="0"/>
              <a:t> </a:t>
            </a:r>
            <a:r>
              <a:rPr lang="en-US" sz="2400" dirty="0" err="1"/>
              <a:t>potvrdu</a:t>
            </a:r>
            <a:r>
              <a:rPr lang="en-US" sz="2400" dirty="0"/>
              <a:t> od </a:t>
            </a:r>
            <a:r>
              <a:rPr lang="en-US" sz="2400" dirty="0" err="1"/>
              <a:t>dionika</a:t>
            </a:r>
            <a:r>
              <a:rPr lang="en-US" sz="2400" dirty="0"/>
              <a:t> da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svi</a:t>
            </a:r>
            <a:r>
              <a:rPr lang="en-US" sz="2400" dirty="0"/>
              <a:t> </a:t>
            </a:r>
            <a:r>
              <a:rPr lang="en-US" sz="2400" dirty="0" err="1"/>
              <a:t>problemi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odgovarajući</a:t>
            </a:r>
            <a:r>
              <a:rPr lang="en-US" sz="2400" dirty="0"/>
              <a:t> </a:t>
            </a:r>
            <a:r>
              <a:rPr lang="en-US" sz="2400" dirty="0" err="1"/>
              <a:t>način</a:t>
            </a:r>
            <a:r>
              <a:rPr lang="en-US" sz="2400" dirty="0"/>
              <a:t> </a:t>
            </a:r>
            <a:r>
              <a:rPr lang="en-US" sz="2400" dirty="0" err="1"/>
              <a:t>riješeni</a:t>
            </a:r>
            <a:r>
              <a:rPr lang="en-US" sz="2400" dirty="0"/>
              <a:t>.</a:t>
            </a:r>
          </a:p>
          <a:p>
            <a:pPr marL="228600" lvl="1">
              <a:spcBef>
                <a:spcPts val="1000"/>
              </a:spcBef>
              <a:buNone/>
            </a:pPr>
            <a:endParaRPr lang="en-US" sz="2800" b="1" dirty="0">
              <a:solidFill>
                <a:srgbClr val="0ADBBC"/>
              </a:solidFill>
            </a:endParaRPr>
          </a:p>
          <a:p>
            <a:pPr marL="685800" lvl="2"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ADBBC"/>
                </a:solidFill>
              </a:rPr>
              <a:t>4.3. </a:t>
            </a:r>
            <a:r>
              <a:rPr lang="en-US" sz="2400" b="1" dirty="0" err="1">
                <a:solidFill>
                  <a:srgbClr val="0ADBBC"/>
                </a:solidFill>
              </a:rPr>
              <a:t>Formalno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odobrenje</a:t>
            </a:r>
            <a:endParaRPr lang="en-US" sz="2400" b="1" dirty="0">
              <a:solidFill>
                <a:srgbClr val="0ADBBC"/>
              </a:solidFill>
            </a:endParaRPr>
          </a:p>
          <a:p>
            <a:pPr marL="914400" lvl="2" indent="-457200">
              <a:spcBef>
                <a:spcPts val="1000"/>
              </a:spcBef>
            </a:pPr>
            <a:r>
              <a:rPr lang="en-US" sz="2400" dirty="0" err="1"/>
              <a:t>Pripremiti</a:t>
            </a:r>
            <a:r>
              <a:rPr lang="en-US" sz="2400" dirty="0"/>
              <a:t> </a:t>
            </a:r>
            <a:r>
              <a:rPr lang="en-US" sz="2400" dirty="0" err="1"/>
              <a:t>dokument</a:t>
            </a:r>
            <a:r>
              <a:rPr lang="en-US" sz="2400" dirty="0"/>
              <a:t> o </a:t>
            </a:r>
            <a:r>
              <a:rPr lang="en-US" sz="2400" dirty="0" err="1"/>
              <a:t>prihvaćanju</a:t>
            </a:r>
            <a:r>
              <a:rPr lang="en-US" sz="2400" dirty="0"/>
              <a:t> koji </a:t>
            </a:r>
            <a:r>
              <a:rPr lang="en-US" sz="2400" dirty="0" err="1"/>
              <a:t>uključuje</a:t>
            </a:r>
            <a:r>
              <a:rPr lang="en-US" sz="2400" dirty="0"/>
              <a:t> </a:t>
            </a:r>
            <a:r>
              <a:rPr lang="en-US" sz="2400" dirty="0" err="1"/>
              <a:t>sažetak</a:t>
            </a:r>
            <a:r>
              <a:rPr lang="en-US" sz="2400" dirty="0"/>
              <a:t> </a:t>
            </a:r>
            <a:r>
              <a:rPr lang="en-US" sz="2400" dirty="0" err="1"/>
              <a:t>rezultata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</a:t>
            </a:r>
            <a:r>
              <a:rPr lang="en-US" sz="2400" dirty="0" err="1"/>
              <a:t>završne</a:t>
            </a:r>
            <a:r>
              <a:rPr lang="en-US" sz="2400" dirty="0"/>
              <a:t> </a:t>
            </a:r>
            <a:r>
              <a:rPr lang="en-US" sz="2400" dirty="0" err="1"/>
              <a:t>isporučive</a:t>
            </a:r>
            <a:r>
              <a:rPr lang="en-US" sz="2400" dirty="0"/>
              <a:t> </a:t>
            </a:r>
            <a:r>
              <a:rPr lang="en-US" sz="2400" dirty="0" err="1"/>
              <a:t>rezultate</a:t>
            </a:r>
            <a:r>
              <a:rPr lang="en-US" sz="2400" dirty="0"/>
              <a:t> i </a:t>
            </a:r>
            <a:r>
              <a:rPr lang="en-US" sz="2400" dirty="0" err="1"/>
              <a:t>eventualna</a:t>
            </a:r>
            <a:r>
              <a:rPr lang="en-US" sz="2400" dirty="0"/>
              <a:t> </a:t>
            </a:r>
            <a:r>
              <a:rPr lang="en-US" sz="2400" dirty="0" err="1"/>
              <a:t>preostala</a:t>
            </a:r>
            <a:r>
              <a:rPr lang="en-US" sz="2400" dirty="0"/>
              <a:t> </a:t>
            </a:r>
            <a:r>
              <a:rPr lang="en-US" sz="2400" dirty="0" err="1"/>
              <a:t>pitanja</a:t>
            </a:r>
            <a:r>
              <a:rPr lang="en-US" sz="2400" dirty="0"/>
              <a:t> (</a:t>
            </a:r>
            <a:r>
              <a:rPr lang="en-US" sz="2400" dirty="0" err="1"/>
              <a:t>ako</a:t>
            </a:r>
            <a:r>
              <a:rPr lang="en-US" sz="2400" dirty="0"/>
              <a:t> </a:t>
            </a:r>
            <a:r>
              <a:rPr lang="en-US" sz="2400" dirty="0" err="1"/>
              <a:t>postoje</a:t>
            </a:r>
            <a:r>
              <a:rPr lang="en-US" sz="2400" dirty="0"/>
              <a:t>).</a:t>
            </a:r>
          </a:p>
          <a:p>
            <a:pPr marL="914400" lvl="2" indent="-457200">
              <a:spcBef>
                <a:spcPts val="1000"/>
              </a:spcBef>
            </a:pPr>
            <a:r>
              <a:rPr lang="en-US" sz="2400" dirty="0" err="1"/>
              <a:t>Pribaviti</a:t>
            </a:r>
            <a:r>
              <a:rPr lang="en-US" sz="2400" dirty="0"/>
              <a:t> </a:t>
            </a:r>
            <a:r>
              <a:rPr lang="en-US" sz="2400" dirty="0" err="1"/>
              <a:t>potpise</a:t>
            </a:r>
            <a:r>
              <a:rPr lang="en-US" sz="2400" dirty="0"/>
              <a:t> </a:t>
            </a:r>
            <a:r>
              <a:rPr lang="en-US" sz="2400" dirty="0" err="1"/>
              <a:t>ključnih</a:t>
            </a:r>
            <a:r>
              <a:rPr lang="en-US" sz="2400" dirty="0"/>
              <a:t> </a:t>
            </a:r>
            <a:r>
              <a:rPr lang="en-US" sz="2400" dirty="0" err="1"/>
              <a:t>sudionika</a:t>
            </a:r>
            <a:r>
              <a:rPr lang="en-US" sz="2400" dirty="0"/>
              <a:t> koji </a:t>
            </a:r>
            <a:r>
              <a:rPr lang="en-US" sz="2400" dirty="0" err="1"/>
              <a:t>potvrđuju</a:t>
            </a:r>
            <a:r>
              <a:rPr lang="en-US" sz="2400" dirty="0"/>
              <a:t> </a:t>
            </a:r>
            <a:r>
              <a:rPr lang="en-US" sz="2400" dirty="0" err="1"/>
              <a:t>formalno</a:t>
            </a:r>
            <a:r>
              <a:rPr lang="en-US" sz="2400" dirty="0"/>
              <a:t> </a:t>
            </a:r>
            <a:r>
              <a:rPr lang="en-US" sz="2400" dirty="0" err="1"/>
              <a:t>prihvaćanje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D6A04-EB31-4FF6-25DF-062806C8A6BA}"/>
              </a:ext>
            </a:extLst>
          </p:cNvPr>
          <p:cNvSpPr txBox="1"/>
          <p:nvPr/>
        </p:nvSpPr>
        <p:spPr>
          <a:xfrm>
            <a:off x="2718485" y="309047"/>
            <a:ext cx="90204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Plan </a:t>
            </a:r>
            <a:r>
              <a:rPr lang="pl-PL" sz="3800" dirty="0" err="1">
                <a:latin typeface="Bahnschrift SemiBold"/>
              </a:rPr>
              <a:t>prihvaćanja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</a:t>
            </a:r>
            <a:r>
              <a:rPr lang="en-US" sz="3800" dirty="0">
                <a:latin typeface="Bahnschrift SemiBold"/>
              </a:rPr>
              <a:t> III.</a:t>
            </a:r>
          </a:p>
        </p:txBody>
      </p:sp>
    </p:spTree>
    <p:extLst>
      <p:ext uri="{BB962C8B-B14F-4D97-AF65-F5344CB8AC3E}">
        <p14:creationId xmlns:p14="http://schemas.microsoft.com/office/powerpoint/2010/main" val="193461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C1B4-10D2-069B-F6AE-3AE2E1CF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12B7-DD5F-8DD9-1CF0-0EB524ED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C4F7-781C-063F-9BD3-996B171B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37137"/>
            <a:ext cx="10900718" cy="480218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5. </a:t>
            </a:r>
            <a:r>
              <a:rPr lang="en-US" b="1" dirty="0" err="1">
                <a:solidFill>
                  <a:srgbClr val="0ADBBC"/>
                </a:solidFill>
              </a:rPr>
              <a:t>Komunikacija</a:t>
            </a:r>
            <a:r>
              <a:rPr lang="en-US" b="1" dirty="0">
                <a:solidFill>
                  <a:srgbClr val="0ADBBC"/>
                </a:solidFill>
              </a:rPr>
              <a:t> i </a:t>
            </a:r>
            <a:r>
              <a:rPr lang="en-US" b="1" dirty="0" err="1">
                <a:solidFill>
                  <a:srgbClr val="0ADBBC"/>
                </a:solidFill>
              </a:rPr>
              <a:t>dokumentacija</a:t>
            </a:r>
            <a:endParaRPr lang="en-US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r>
              <a:rPr lang="en-US" dirty="0" err="1"/>
              <a:t>Dostaviti</a:t>
            </a:r>
            <a:r>
              <a:rPr lang="en-US" dirty="0"/>
              <a:t> </a:t>
            </a:r>
            <a:r>
              <a:rPr lang="en-US" dirty="0" err="1"/>
              <a:t>završno</a:t>
            </a:r>
            <a:r>
              <a:rPr lang="en-US" dirty="0"/>
              <a:t> </a:t>
            </a:r>
            <a:r>
              <a:rPr lang="en-US" dirty="0" err="1"/>
              <a:t>izvješće</a:t>
            </a:r>
            <a:r>
              <a:rPr lang="en-US" dirty="0"/>
              <a:t> o </a:t>
            </a:r>
            <a:r>
              <a:rPr lang="en-US" dirty="0" err="1"/>
              <a:t>projektu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sažima</a:t>
            </a:r>
            <a:r>
              <a:rPr lang="en-US" dirty="0"/>
              <a:t> </a:t>
            </a:r>
            <a:r>
              <a:rPr lang="en-US" dirty="0" err="1"/>
              <a:t>postignuća</a:t>
            </a:r>
            <a:r>
              <a:rPr lang="en-US" dirty="0"/>
              <a:t>, </a:t>
            </a:r>
            <a:r>
              <a:rPr lang="en-US" dirty="0" err="1"/>
              <a:t>naučene</a:t>
            </a:r>
            <a:r>
              <a:rPr lang="en-US" dirty="0"/>
              <a:t> </a:t>
            </a:r>
            <a:r>
              <a:rPr lang="en-US" dirty="0" err="1"/>
              <a:t>lekcije</a:t>
            </a:r>
            <a:r>
              <a:rPr lang="en-US" dirty="0"/>
              <a:t> i </a:t>
            </a:r>
            <a:r>
              <a:rPr lang="en-US" dirty="0" err="1"/>
              <a:t>povratne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</a:t>
            </a:r>
            <a:r>
              <a:rPr lang="en-US" dirty="0" err="1"/>
              <a:t>sudionika</a:t>
            </a:r>
            <a:r>
              <a:rPr lang="en-US" dirty="0"/>
              <a:t>.</a:t>
            </a:r>
          </a:p>
          <a:p>
            <a:r>
              <a:rPr lang="en-US" dirty="0" err="1"/>
              <a:t>Arhivirati</a:t>
            </a:r>
            <a:r>
              <a:rPr lang="en-US" dirty="0"/>
              <a:t> </a:t>
            </a:r>
            <a:r>
              <a:rPr lang="en-US" dirty="0" err="1"/>
              <a:t>svu</a:t>
            </a:r>
            <a:r>
              <a:rPr lang="en-US" dirty="0"/>
              <a:t> </a:t>
            </a:r>
            <a:r>
              <a:rPr lang="en-US" dirty="0" err="1"/>
              <a:t>relevantnu</a:t>
            </a:r>
            <a:r>
              <a:rPr lang="en-US" dirty="0"/>
              <a:t> </a:t>
            </a:r>
            <a:r>
              <a:rPr lang="en-US" dirty="0" err="1"/>
              <a:t>projektnu</a:t>
            </a:r>
            <a:r>
              <a:rPr lang="en-US" dirty="0"/>
              <a:t> </a:t>
            </a:r>
            <a:r>
              <a:rPr lang="en-US" dirty="0" err="1"/>
              <a:t>dokumentaciju</a:t>
            </a:r>
            <a:r>
              <a:rPr lang="en-US" dirty="0"/>
              <a:t> za </a:t>
            </a:r>
            <a:r>
              <a:rPr lang="en-US" dirty="0" err="1"/>
              <a:t>buduću</a:t>
            </a:r>
            <a:r>
              <a:rPr lang="en-US" dirty="0"/>
              <a:t> </a:t>
            </a:r>
            <a:r>
              <a:rPr lang="en-US" dirty="0" err="1"/>
              <a:t>referencu</a:t>
            </a:r>
            <a:r>
              <a:rPr lang="en-US" dirty="0"/>
              <a:t>.</a:t>
            </a:r>
          </a:p>
          <a:p>
            <a:r>
              <a:rPr lang="en-US" dirty="0"/>
              <a:t>Osigurati da </a:t>
            </a:r>
            <a:r>
              <a:rPr lang="en-US" dirty="0" err="1"/>
              <a:t>sudionici</a:t>
            </a:r>
            <a:r>
              <a:rPr lang="en-US" dirty="0"/>
              <a:t> </a:t>
            </a:r>
            <a:r>
              <a:rPr lang="en-US" dirty="0" err="1"/>
              <a:t>dobiju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podršci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završetka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76F37-77D3-A909-8558-6177D4B7EF00}"/>
              </a:ext>
            </a:extLst>
          </p:cNvPr>
          <p:cNvSpPr txBox="1"/>
          <p:nvPr/>
        </p:nvSpPr>
        <p:spPr>
          <a:xfrm>
            <a:off x="2489885" y="118675"/>
            <a:ext cx="90204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Plan </a:t>
            </a:r>
            <a:r>
              <a:rPr lang="pl-PL" sz="3800" dirty="0" err="1">
                <a:latin typeface="Bahnschrift SemiBold"/>
              </a:rPr>
              <a:t>prihvaćanja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</a:t>
            </a:r>
            <a:r>
              <a:rPr lang="en-US" sz="3800" dirty="0">
                <a:latin typeface="Bahnschrift SemiBold"/>
              </a:rPr>
              <a:t> IV.</a:t>
            </a:r>
          </a:p>
        </p:txBody>
      </p:sp>
    </p:spTree>
    <p:extLst>
      <p:ext uri="{BB962C8B-B14F-4D97-AF65-F5344CB8AC3E}">
        <p14:creationId xmlns:p14="http://schemas.microsoft.com/office/powerpoint/2010/main" val="2052706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3A3B-08C9-6541-1E94-8AFA9483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D1D4-A13D-F2DF-5CEB-E9705CED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E8F3-9CF5-2B5D-1364-DDAC86D9A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7045"/>
            <a:ext cx="10900718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6. </a:t>
            </a:r>
            <a:r>
              <a:rPr lang="en-US" b="1" dirty="0" err="1">
                <a:solidFill>
                  <a:srgbClr val="0ADBBC"/>
                </a:solidFill>
              </a:rPr>
              <a:t>Prijenos</a:t>
            </a:r>
            <a:r>
              <a:rPr lang="en-US" b="1" dirty="0">
                <a:solidFill>
                  <a:srgbClr val="0ADBBC"/>
                </a:solidFill>
              </a:rPr>
              <a:t> i </a:t>
            </a:r>
            <a:r>
              <a:rPr lang="en-US" b="1" dirty="0" err="1">
                <a:solidFill>
                  <a:srgbClr val="0ADBBC"/>
                </a:solidFill>
              </a:rPr>
              <a:t>primopredaja</a:t>
            </a:r>
            <a:endParaRPr lang="en-US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r>
              <a:rPr lang="en-US" dirty="0" err="1"/>
              <a:t>Prenijeti</a:t>
            </a:r>
            <a:r>
              <a:rPr lang="en-US" dirty="0"/>
              <a:t> </a:t>
            </a:r>
            <a:r>
              <a:rPr lang="en-US" dirty="0" err="1"/>
              <a:t>projektne</a:t>
            </a:r>
            <a:r>
              <a:rPr lang="en-US" dirty="0"/>
              <a:t> </a:t>
            </a:r>
            <a:r>
              <a:rPr lang="en-US" dirty="0" err="1"/>
              <a:t>isporučive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operativnim</a:t>
            </a:r>
            <a:r>
              <a:rPr lang="en-US" dirty="0"/>
              <a:t> </a:t>
            </a:r>
            <a:r>
              <a:rPr lang="en-US" dirty="0" err="1"/>
              <a:t>timovima</a:t>
            </a:r>
            <a:r>
              <a:rPr lang="en-US" dirty="0"/>
              <a:t>, </a:t>
            </a:r>
            <a:r>
              <a:rPr lang="en-US" dirty="0" err="1"/>
              <a:t>osiguravajući</a:t>
            </a:r>
            <a:r>
              <a:rPr lang="en-US" dirty="0"/>
              <a:t> da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znanje</a:t>
            </a:r>
            <a:r>
              <a:rPr lang="en-US" dirty="0"/>
              <a:t> i </a:t>
            </a:r>
            <a:r>
              <a:rPr lang="en-US" dirty="0" err="1"/>
              <a:t>resurse</a:t>
            </a:r>
            <a:r>
              <a:rPr lang="en-US" dirty="0"/>
              <a:t>.</a:t>
            </a:r>
          </a:p>
          <a:p>
            <a:r>
              <a:rPr lang="en-US" dirty="0" err="1"/>
              <a:t>Provesti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</a:t>
            </a:r>
            <a:r>
              <a:rPr lang="en-US" dirty="0" err="1"/>
              <a:t>edukacije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osigurao</a:t>
            </a:r>
            <a:r>
              <a:rPr lang="en-US" dirty="0"/>
              <a:t> </a:t>
            </a:r>
            <a:r>
              <a:rPr lang="en-US" dirty="0" err="1"/>
              <a:t>nesmetan</a:t>
            </a:r>
            <a:r>
              <a:rPr lang="en-US" dirty="0"/>
              <a:t> </a:t>
            </a:r>
            <a:r>
              <a:rPr lang="en-US" dirty="0" err="1"/>
              <a:t>prijelaz</a:t>
            </a:r>
            <a:r>
              <a:rPr lang="en-US" dirty="0"/>
              <a:t>.</a:t>
            </a:r>
          </a:p>
          <a:p>
            <a:r>
              <a:rPr lang="en-US" dirty="0" err="1"/>
              <a:t>Potvrditi</a:t>
            </a:r>
            <a:r>
              <a:rPr lang="en-US" dirty="0"/>
              <a:t> da </a:t>
            </a:r>
            <a:r>
              <a:rPr lang="en-US" dirty="0" err="1"/>
              <a:t>operativni</a:t>
            </a:r>
            <a:r>
              <a:rPr lang="en-US" dirty="0"/>
              <a:t> </a:t>
            </a:r>
            <a:r>
              <a:rPr lang="en-US" dirty="0" err="1"/>
              <a:t>timovi</a:t>
            </a:r>
            <a:r>
              <a:rPr lang="en-US" dirty="0"/>
              <a:t> </a:t>
            </a:r>
            <a:r>
              <a:rPr lang="en-US" dirty="0" err="1"/>
              <a:t>preuzimaju</a:t>
            </a:r>
            <a:r>
              <a:rPr lang="en-US" dirty="0"/>
              <a:t> </a:t>
            </a:r>
            <a:r>
              <a:rPr lang="en-US" dirty="0" err="1"/>
              <a:t>odgovornost</a:t>
            </a:r>
            <a:r>
              <a:rPr lang="en-US" dirty="0"/>
              <a:t> za </a:t>
            </a:r>
            <a:r>
              <a:rPr lang="en-US" dirty="0" err="1"/>
              <a:t>daljnje</a:t>
            </a:r>
            <a:r>
              <a:rPr lang="en-US" dirty="0"/>
              <a:t> </a:t>
            </a:r>
            <a:r>
              <a:rPr lang="en-US" dirty="0" err="1"/>
              <a:t>održavanje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230C1-866D-5AD3-E3A7-A4970DC8C921}"/>
              </a:ext>
            </a:extLst>
          </p:cNvPr>
          <p:cNvSpPr txBox="1"/>
          <p:nvPr/>
        </p:nvSpPr>
        <p:spPr>
          <a:xfrm>
            <a:off x="2489885" y="118675"/>
            <a:ext cx="90204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Plan </a:t>
            </a:r>
            <a:r>
              <a:rPr lang="pl-PL" sz="3800" dirty="0" err="1">
                <a:latin typeface="Bahnschrift SemiBold"/>
              </a:rPr>
              <a:t>prihvaćanja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</a:t>
            </a:r>
            <a:r>
              <a:rPr lang="en-US" sz="3800" dirty="0">
                <a:latin typeface="Bahnschrift SemiBold"/>
              </a:rPr>
              <a:t> IV.</a:t>
            </a:r>
          </a:p>
        </p:txBody>
      </p:sp>
    </p:spTree>
    <p:extLst>
      <p:ext uri="{BB962C8B-B14F-4D97-AF65-F5344CB8AC3E}">
        <p14:creationId xmlns:p14="http://schemas.microsoft.com/office/powerpoint/2010/main" val="4166991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C8188-D572-5332-E0D6-F39ED708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AEF8-A1D1-B46C-3C0C-9F2075CB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8E31-60FB-4756-E0D4-E6AACEED1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916" y="1873751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7. </a:t>
            </a:r>
            <a:r>
              <a:rPr lang="en-US" b="1" dirty="0" err="1">
                <a:solidFill>
                  <a:srgbClr val="0ADBBC"/>
                </a:solidFill>
              </a:rPr>
              <a:t>Naučene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lekcije</a:t>
            </a:r>
            <a:r>
              <a:rPr lang="en-US" b="1" dirty="0">
                <a:solidFill>
                  <a:srgbClr val="0ADBBC"/>
                </a:solidFill>
              </a:rPr>
              <a:t> i </a:t>
            </a:r>
            <a:r>
              <a:rPr lang="en-US" b="1" dirty="0" err="1">
                <a:solidFill>
                  <a:srgbClr val="0ADBBC"/>
                </a:solidFill>
              </a:rPr>
              <a:t>kontinuirano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unaprjeđenje</a:t>
            </a:r>
            <a:endParaRPr lang="en-US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r>
              <a:rPr lang="en-US" dirty="0" err="1"/>
              <a:t>Provesti</a:t>
            </a:r>
            <a:r>
              <a:rPr lang="en-US" dirty="0"/>
              <a:t> </a:t>
            </a:r>
            <a:r>
              <a:rPr lang="en-US" dirty="0" err="1"/>
              <a:t>sastanak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završetka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prikupljanja</a:t>
            </a:r>
            <a:r>
              <a:rPr lang="en-US" dirty="0"/>
              <a:t> </a:t>
            </a:r>
            <a:r>
              <a:rPr lang="en-US" dirty="0" err="1"/>
              <a:t>uvida</a:t>
            </a:r>
            <a:r>
              <a:rPr lang="en-US" dirty="0"/>
              <a:t> i </a:t>
            </a:r>
            <a:r>
              <a:rPr lang="en-US" dirty="0" err="1"/>
              <a:t>najboljih</a:t>
            </a:r>
            <a:r>
              <a:rPr lang="en-US" dirty="0"/>
              <a:t> </a:t>
            </a:r>
            <a:r>
              <a:rPr lang="en-US" dirty="0" err="1"/>
              <a:t>praksi</a:t>
            </a:r>
            <a:r>
              <a:rPr lang="en-US" dirty="0"/>
              <a:t>.</a:t>
            </a:r>
          </a:p>
          <a:p>
            <a:r>
              <a:rPr lang="en-US" dirty="0" err="1"/>
              <a:t>Dokumentirati</a:t>
            </a:r>
            <a:r>
              <a:rPr lang="en-US" dirty="0"/>
              <a:t> </a:t>
            </a:r>
            <a:r>
              <a:rPr lang="en-US" dirty="0" err="1"/>
              <a:t>naučene</a:t>
            </a:r>
            <a:r>
              <a:rPr lang="en-US" dirty="0"/>
              <a:t> </a:t>
            </a:r>
            <a:r>
              <a:rPr lang="en-US" dirty="0" err="1"/>
              <a:t>lekcije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unaprijedili</a:t>
            </a:r>
            <a:r>
              <a:rPr lang="en-US" dirty="0"/>
              <a:t> </a:t>
            </a:r>
            <a:r>
              <a:rPr lang="en-US" dirty="0" err="1"/>
              <a:t>budući</a:t>
            </a:r>
            <a:r>
              <a:rPr lang="en-US" dirty="0"/>
              <a:t> </a:t>
            </a:r>
            <a:r>
              <a:rPr lang="en-US" dirty="0" err="1"/>
              <a:t>projekti</a:t>
            </a:r>
            <a:r>
              <a:rPr lang="en-US" dirty="0"/>
              <a:t>.</a:t>
            </a:r>
          </a:p>
          <a:p>
            <a:r>
              <a:rPr lang="en-US" dirty="0" err="1"/>
              <a:t>Podijeliti</a:t>
            </a:r>
            <a:r>
              <a:rPr lang="en-US" dirty="0"/>
              <a:t> </a:t>
            </a:r>
            <a:r>
              <a:rPr lang="en-US" dirty="0" err="1"/>
              <a:t>nalaze</a:t>
            </a:r>
            <a:r>
              <a:rPr lang="en-US" dirty="0"/>
              <a:t> s </a:t>
            </a:r>
            <a:r>
              <a:rPr lang="en-US" dirty="0" err="1"/>
              <a:t>relevantnim</a:t>
            </a:r>
            <a:r>
              <a:rPr lang="en-US" dirty="0"/>
              <a:t> </a:t>
            </a:r>
            <a:r>
              <a:rPr lang="en-US" dirty="0" err="1"/>
              <a:t>timovima</a:t>
            </a:r>
            <a:r>
              <a:rPr lang="en-US" dirty="0"/>
              <a:t> i </a:t>
            </a:r>
            <a:r>
              <a:rPr lang="en-US" dirty="0" err="1"/>
              <a:t>dionicima</a:t>
            </a:r>
            <a:r>
              <a:rPr lang="en-US" dirty="0"/>
              <a:t>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D8687-F0B6-AA0B-7E80-BA4689A86AEB}"/>
              </a:ext>
            </a:extLst>
          </p:cNvPr>
          <p:cNvSpPr txBox="1"/>
          <p:nvPr/>
        </p:nvSpPr>
        <p:spPr>
          <a:xfrm>
            <a:off x="2518788" y="182062"/>
            <a:ext cx="90204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Plan </a:t>
            </a:r>
            <a:r>
              <a:rPr lang="pl-PL" sz="3800" dirty="0" err="1">
                <a:latin typeface="Bahnschrift SemiBold"/>
              </a:rPr>
              <a:t>prihvaćanja</a:t>
            </a:r>
            <a:r>
              <a:rPr lang="pl-PL" sz="3800" dirty="0">
                <a:latin typeface="Bahnschrift SemiBold"/>
              </a:rPr>
              <a:t> </a:t>
            </a:r>
            <a:r>
              <a:rPr lang="pl-PL" sz="3800" dirty="0" err="1">
                <a:latin typeface="Bahnschrift SemiBold"/>
              </a:rPr>
              <a:t>sudionika</a:t>
            </a:r>
            <a:r>
              <a:rPr lang="pl-PL" sz="3800" dirty="0">
                <a:latin typeface="Bahnschrift SemiBold"/>
              </a:rPr>
              <a:t> za zatvaranje projekta</a:t>
            </a:r>
            <a:r>
              <a:rPr lang="en-US" sz="3800" dirty="0">
                <a:latin typeface="Bahnschrift SemiBold"/>
              </a:rPr>
              <a:t> V.</a:t>
            </a:r>
          </a:p>
        </p:txBody>
      </p:sp>
    </p:spTree>
    <p:extLst>
      <p:ext uri="{BB962C8B-B14F-4D97-AF65-F5344CB8AC3E}">
        <p14:creationId xmlns:p14="http://schemas.microsoft.com/office/powerpoint/2010/main" val="338132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BC85-8A67-BA54-41DD-0B0B9559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567BC7F-0C1B-3536-549B-8EE95C825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6274" y="1729954"/>
            <a:ext cx="9144000" cy="2387600"/>
          </a:xfrm>
        </p:spPr>
        <p:txBody>
          <a:bodyPr>
            <a:normAutofit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hr-HR" sz="5400" b="1" dirty="0"/>
              <a:t>Završavanje projekta</a:t>
            </a:r>
          </a:p>
        </p:txBody>
      </p:sp>
      <p:sp>
        <p:nvSpPr>
          <p:cNvPr id="3" name="Podnaslov 4">
            <a:extLst>
              <a:ext uri="{FF2B5EF4-FFF2-40B4-BE49-F238E27FC236}">
                <a16:creationId xmlns:a16="http://schemas.microsoft.com/office/drawing/2014/main" id="{D7B526F6-6F05-7F1F-3520-1A9B3883EC73}"/>
              </a:ext>
            </a:extLst>
          </p:cNvPr>
          <p:cNvSpPr txBox="1">
            <a:spLocks/>
          </p:cNvSpPr>
          <p:nvPr/>
        </p:nvSpPr>
        <p:spPr>
          <a:xfrm>
            <a:off x="4277712" y="4428349"/>
            <a:ext cx="7715528" cy="59559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Svrha</a:t>
            </a: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zatvaranja</a:t>
            </a: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svih</a:t>
            </a: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ugovora</a:t>
            </a:r>
            <a:endParaRPr lang="en-US" sz="4000" dirty="0">
              <a:latin typeface="Bahnschrift" panose="020B0502040204020203" pitchFamily="34" charset="0"/>
              <a:ea typeface="+mj-ea"/>
              <a:cs typeface="+mj-cs"/>
            </a:endParaRPr>
          </a:p>
          <a:p>
            <a:endParaRPr lang="en-US" sz="3200" dirty="0">
              <a:solidFill>
                <a:srgbClr val="0070C0"/>
              </a:solidFill>
            </a:endParaRPr>
          </a:p>
          <a:p>
            <a:endParaRPr lang="hr-HR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1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6230-F2B3-6F48-D69B-880292B0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AF67-27E7-D3CA-7365-B793A72A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EEC4-29A5-E858-48D1-1313EB2FC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293" y="1690688"/>
            <a:ext cx="11379327" cy="498665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0" i="0" dirty="0" err="1">
                <a:solidFill>
                  <a:srgbClr val="101423"/>
                </a:solidFill>
                <a:effectLst/>
              </a:rPr>
              <a:t>Zatvaranje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je </a:t>
            </a:r>
            <a:r>
              <a:rPr lang="en-US" sz="2600" b="1" dirty="0" err="1">
                <a:solidFill>
                  <a:srgbClr val="0ADBBC"/>
                </a:solidFill>
              </a:rPr>
              <a:t>posljednja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faza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.</a:t>
            </a:r>
          </a:p>
          <a:p>
            <a:pPr>
              <a:buNone/>
            </a:pPr>
            <a:endParaRPr lang="en-US" sz="2400" b="0" i="0" dirty="0">
              <a:solidFill>
                <a:srgbClr val="101423"/>
              </a:solidFill>
              <a:effectLst/>
            </a:endParaRPr>
          </a:p>
          <a:p>
            <a:pPr>
              <a:buNone/>
            </a:pPr>
            <a:r>
              <a:rPr lang="en-US" sz="2400" b="0" i="0" dirty="0">
                <a:solidFill>
                  <a:srgbClr val="101423"/>
                </a:solidFill>
                <a:effectLst/>
              </a:rPr>
              <a:t>To je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trenutak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kada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voditelj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projekta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provjerava</a:t>
            </a:r>
            <a:r>
              <a:rPr lang="en-US" sz="2600" b="1" dirty="0">
                <a:solidFill>
                  <a:srgbClr val="0ADBBC"/>
                </a:solidFill>
              </a:rPr>
              <a:t> je li </a:t>
            </a:r>
            <a:r>
              <a:rPr lang="en-US" sz="2600" b="1" dirty="0" err="1">
                <a:solidFill>
                  <a:srgbClr val="0ADBBC"/>
                </a:solidFill>
              </a:rPr>
              <a:t>klijent</a:t>
            </a:r>
            <a:r>
              <a:rPr lang="en-US" sz="2600" b="1" dirty="0">
                <a:solidFill>
                  <a:srgbClr val="0ADBBC"/>
                </a:solidFill>
              </a:rPr>
              <a:t>, </a:t>
            </a:r>
            <a:r>
              <a:rPr lang="en-US" sz="2600" b="1" dirty="0" err="1">
                <a:solidFill>
                  <a:srgbClr val="0ADBBC"/>
                </a:solidFill>
              </a:rPr>
              <a:t>dionik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ili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korisnik</a:t>
            </a:r>
            <a:endParaRPr lang="hr-HR" sz="26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600" b="1" dirty="0" err="1">
                <a:solidFill>
                  <a:srgbClr val="0ADBBC"/>
                </a:solidFill>
              </a:rPr>
              <a:t>prihvatio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projektne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isporučive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rezultate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.</a:t>
            </a:r>
          </a:p>
          <a:p>
            <a:pPr>
              <a:buNone/>
            </a:pPr>
            <a:endParaRPr lang="en-US" sz="2400" b="0" i="0" dirty="0">
              <a:solidFill>
                <a:srgbClr val="101423"/>
              </a:solidFill>
              <a:effectLst/>
            </a:endParaRPr>
          </a:p>
          <a:p>
            <a:pPr>
              <a:buNone/>
            </a:pPr>
            <a:r>
              <a:rPr lang="en-US" sz="2400" b="0" i="0" dirty="0" err="1">
                <a:solidFill>
                  <a:srgbClr val="101423"/>
                </a:solidFill>
                <a:effectLst/>
              </a:rPr>
              <a:t>Voditelj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će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pregledati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cijeli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projekt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prije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njegovog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zatvaranja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,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ocijeniti</a:t>
            </a:r>
            <a:endParaRPr lang="hr-HR" sz="2400" dirty="0">
              <a:solidFill>
                <a:srgbClr val="101423"/>
              </a:solidFill>
            </a:endParaRPr>
          </a:p>
          <a:p>
            <a:pPr>
              <a:buNone/>
            </a:pPr>
            <a:r>
              <a:rPr lang="en-US" sz="2400" b="0" i="0" dirty="0" err="1">
                <a:solidFill>
                  <a:srgbClr val="101423"/>
                </a:solidFill>
                <a:effectLst/>
              </a:rPr>
              <a:t>uspješnost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i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usporediti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je s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početnim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planom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.</a:t>
            </a:r>
          </a:p>
          <a:p>
            <a:pPr>
              <a:buNone/>
            </a:pPr>
            <a:endParaRPr lang="en-US" sz="2400" b="0" i="0" dirty="0">
              <a:solidFill>
                <a:srgbClr val="101423"/>
              </a:solidFill>
              <a:effectLst/>
            </a:endParaRPr>
          </a:p>
          <a:p>
            <a:pPr>
              <a:buNone/>
            </a:pPr>
            <a:r>
              <a:rPr lang="en-US" sz="2400" b="0" i="0" dirty="0" err="1">
                <a:solidFill>
                  <a:srgbClr val="101423"/>
                </a:solidFill>
                <a:effectLst/>
              </a:rPr>
              <a:t>Nakon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završetka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faze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zatvaranja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,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voditelj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treba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izraditi</a:t>
            </a:r>
            <a:endParaRPr lang="hr-HR" sz="2400" dirty="0">
              <a:solidFill>
                <a:srgbClr val="101423"/>
              </a:solidFill>
            </a:endParaRPr>
          </a:p>
          <a:p>
            <a:pPr>
              <a:buNone/>
            </a:pPr>
            <a:r>
              <a:rPr lang="en-US" sz="2400" b="0" i="0" dirty="0" err="1">
                <a:solidFill>
                  <a:srgbClr val="101423"/>
                </a:solidFill>
                <a:effectLst/>
              </a:rPr>
              <a:t>dokument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poznat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kao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završno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izvješće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,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koje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pruža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pregled</a:t>
            </a:r>
            <a:endParaRPr lang="hr-HR" sz="2400" dirty="0">
              <a:solidFill>
                <a:srgbClr val="101423"/>
              </a:solidFill>
            </a:endParaRPr>
          </a:p>
          <a:p>
            <a:pPr>
              <a:buNone/>
            </a:pPr>
            <a:r>
              <a:rPr lang="en-US" sz="2400" b="0" i="0" dirty="0" err="1">
                <a:solidFill>
                  <a:srgbClr val="101423"/>
                </a:solidFill>
                <a:effectLst/>
              </a:rPr>
              <a:t>uspješnosti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 </a:t>
            </a:r>
            <a:r>
              <a:rPr lang="en-US" sz="2400" b="0" i="0" dirty="0" err="1">
                <a:solidFill>
                  <a:srgbClr val="101423"/>
                </a:solidFill>
                <a:effectLst/>
              </a:rPr>
              <a:t>projekta</a:t>
            </a:r>
            <a:r>
              <a:rPr lang="en-US" sz="2400" b="0" i="0" dirty="0">
                <a:solidFill>
                  <a:srgbClr val="101423"/>
                </a:solidFill>
                <a:effectLst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82E67-25F5-A638-425E-9965791A79A2}"/>
              </a:ext>
            </a:extLst>
          </p:cNvPr>
          <p:cNvSpPr txBox="1"/>
          <p:nvPr/>
        </p:nvSpPr>
        <p:spPr>
          <a:xfrm>
            <a:off x="2004492" y="533495"/>
            <a:ext cx="902043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800" dirty="0">
                <a:latin typeface="Bahnschrift SemiBold"/>
              </a:rPr>
              <a:t>ZATVARANJE PROJEKTA</a:t>
            </a:r>
          </a:p>
        </p:txBody>
      </p:sp>
    </p:spTree>
    <p:extLst>
      <p:ext uri="{BB962C8B-B14F-4D97-AF65-F5344CB8AC3E}">
        <p14:creationId xmlns:p14="http://schemas.microsoft.com/office/powerpoint/2010/main" val="1734533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71DF-F700-62B2-2080-E0E9C689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1D8F-9F69-22B8-00C0-81506248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0140A-7AAB-4D98-5C2F-77602045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06" y="1817152"/>
            <a:ext cx="11286764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/>
              <a:t>Kako bi se </a:t>
            </a:r>
            <a:r>
              <a:rPr lang="en-US" sz="2600" dirty="0" err="1"/>
              <a:t>osiguralo</a:t>
            </a:r>
            <a:r>
              <a:rPr lang="en-US" sz="2600" dirty="0"/>
              <a:t> da </a:t>
            </a:r>
            <a:r>
              <a:rPr lang="en-US" sz="2600" dirty="0" err="1"/>
              <a:t>su</a:t>
            </a:r>
            <a:r>
              <a:rPr lang="en-US" sz="2600" dirty="0"/>
              <a:t> </a:t>
            </a:r>
            <a:r>
              <a:rPr lang="en-US" sz="2600" b="1" dirty="0" err="1"/>
              <a:t>sve</a:t>
            </a:r>
            <a:r>
              <a:rPr lang="en-US" sz="2600" b="1" dirty="0"/>
              <a:t> </a:t>
            </a:r>
            <a:r>
              <a:rPr lang="en-US" sz="2600" b="1" dirty="0" err="1"/>
              <a:t>ugovorne</a:t>
            </a:r>
            <a:r>
              <a:rPr lang="en-US" sz="2600" b="1" dirty="0"/>
              <a:t> </a:t>
            </a:r>
            <a:r>
              <a:rPr lang="en-US" sz="2600" b="1" dirty="0" err="1"/>
              <a:t>obveze</a:t>
            </a:r>
            <a:r>
              <a:rPr lang="en-US" sz="2600" b="1" dirty="0"/>
              <a:t> </a:t>
            </a:r>
            <a:r>
              <a:rPr lang="en-US" sz="2600" b="1" dirty="0" err="1"/>
              <a:t>ispunjene</a:t>
            </a:r>
            <a:r>
              <a:rPr lang="en-US" sz="2600" b="1" dirty="0"/>
              <a:t> i </a:t>
            </a:r>
            <a:r>
              <a:rPr lang="en-US" sz="2600" b="1" dirty="0" err="1"/>
              <a:t>pravilno</a:t>
            </a:r>
            <a:r>
              <a:rPr lang="hr-HR" sz="2600" b="1" dirty="0"/>
              <a:t> </a:t>
            </a:r>
            <a:r>
              <a:rPr lang="en-US" sz="2600" b="1" dirty="0" err="1"/>
              <a:t>zatvorene</a:t>
            </a:r>
            <a:r>
              <a:rPr lang="en-US" sz="2600" dirty="0"/>
              <a:t>, </a:t>
            </a:r>
            <a:r>
              <a:rPr lang="en-US" sz="2600" dirty="0" err="1"/>
              <a:t>slijedite</a:t>
            </a:r>
            <a:r>
              <a:rPr lang="en-US" sz="2600" dirty="0"/>
              <a:t> </a:t>
            </a:r>
            <a:r>
              <a:rPr lang="en-US" sz="2600" dirty="0" err="1"/>
              <a:t>ove</a:t>
            </a:r>
            <a:r>
              <a:rPr lang="en-US" sz="2600" dirty="0"/>
              <a:t> </a:t>
            </a:r>
            <a:r>
              <a:rPr lang="en-US" sz="2600" dirty="0" err="1"/>
              <a:t>korake</a:t>
            </a:r>
            <a:r>
              <a:rPr lang="en-US" sz="2600" dirty="0"/>
              <a:t>:</a:t>
            </a:r>
          </a:p>
          <a:p>
            <a:pPr>
              <a:buNone/>
            </a:pP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Provjeriti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>
                <a:solidFill>
                  <a:srgbClr val="0ADBBC"/>
                </a:solidFill>
              </a:rPr>
              <a:t>da </a:t>
            </a:r>
            <a:r>
              <a:rPr lang="en-US" sz="2600" dirty="0" err="1">
                <a:solidFill>
                  <a:srgbClr val="0ADBBC"/>
                </a:solidFill>
              </a:rPr>
              <a:t>su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svi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isporučivi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rezultati</a:t>
            </a:r>
            <a:r>
              <a:rPr lang="en-US" sz="2600" dirty="0">
                <a:solidFill>
                  <a:srgbClr val="0ADBBC"/>
                </a:solidFill>
              </a:rPr>
              <a:t> i </a:t>
            </a:r>
            <a:r>
              <a:rPr lang="en-US" sz="2600" dirty="0" err="1">
                <a:solidFill>
                  <a:srgbClr val="0ADBBC"/>
                </a:solidFill>
              </a:rPr>
              <a:t>usluge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/>
              <a:t>pruženi</a:t>
            </a:r>
            <a:r>
              <a:rPr lang="en-US" sz="2600" dirty="0"/>
              <a:t> u </a:t>
            </a:r>
            <a:r>
              <a:rPr lang="en-US" sz="2600" dirty="0" err="1"/>
              <a:t>skladu</a:t>
            </a:r>
            <a:r>
              <a:rPr lang="en-US" sz="2600" dirty="0"/>
              <a:t> s </a:t>
            </a:r>
            <a:r>
              <a:rPr lang="en-US" sz="2600" dirty="0" err="1"/>
              <a:t>ugovorom</a:t>
            </a:r>
            <a:r>
              <a:rPr lang="en-US" sz="26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Potvrditi</a:t>
            </a:r>
            <a:r>
              <a:rPr lang="en-US" sz="2600" b="1" dirty="0">
                <a:solidFill>
                  <a:srgbClr val="0ADBBC"/>
                </a:solidFill>
              </a:rPr>
              <a:t> da </a:t>
            </a:r>
            <a:r>
              <a:rPr lang="en-US" sz="2600" b="1" dirty="0" err="1">
                <a:solidFill>
                  <a:srgbClr val="0ADBBC"/>
                </a:solidFill>
              </a:rPr>
              <a:t>su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svi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računi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 err="1"/>
              <a:t>izdani</a:t>
            </a:r>
            <a:r>
              <a:rPr lang="en-US" sz="2600" dirty="0"/>
              <a:t> i </a:t>
            </a:r>
            <a:r>
              <a:rPr lang="en-US" sz="2600" dirty="0" err="1"/>
              <a:t>plaćanja</a:t>
            </a:r>
            <a:r>
              <a:rPr lang="en-US" sz="2600" dirty="0"/>
              <a:t> </a:t>
            </a:r>
            <a:r>
              <a:rPr lang="en-US" sz="2600" dirty="0" err="1"/>
              <a:t>zaprimljena</a:t>
            </a:r>
            <a:r>
              <a:rPr lang="en-US" sz="26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Riješiti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sve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preostale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financijske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/>
              <a:t>obveze</a:t>
            </a:r>
            <a:r>
              <a:rPr lang="en-US" sz="26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Provesti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završni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pregled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>
                <a:solidFill>
                  <a:srgbClr val="0ADBBC"/>
                </a:solidFill>
              </a:rPr>
              <a:t>ugovora</a:t>
            </a:r>
            <a:r>
              <a:rPr lang="en-US" sz="2600" dirty="0">
                <a:solidFill>
                  <a:srgbClr val="0ADBBC"/>
                </a:solidFill>
              </a:rPr>
              <a:t> </a:t>
            </a:r>
            <a:r>
              <a:rPr lang="en-US" sz="2600" dirty="0" err="1"/>
              <a:t>kako</a:t>
            </a:r>
            <a:r>
              <a:rPr lang="en-US" sz="2600" dirty="0"/>
              <a:t> bi se </a:t>
            </a:r>
            <a:r>
              <a:rPr lang="en-US" sz="2600" dirty="0" err="1"/>
              <a:t>osigurala</a:t>
            </a:r>
            <a:r>
              <a:rPr lang="en-US" sz="2600" dirty="0"/>
              <a:t> </a:t>
            </a:r>
            <a:r>
              <a:rPr lang="en-US" sz="2600" dirty="0" err="1"/>
              <a:t>usklađenost</a:t>
            </a:r>
            <a:r>
              <a:rPr lang="en-US" sz="2600" dirty="0"/>
              <a:t> s </a:t>
            </a:r>
            <a:r>
              <a:rPr lang="en-US" sz="2600" dirty="0" err="1"/>
              <a:t>uvjetima</a:t>
            </a:r>
            <a:r>
              <a:rPr lang="en-US" sz="2600" dirty="0"/>
              <a:t> i </a:t>
            </a:r>
            <a:r>
              <a:rPr lang="en-US" sz="2600" dirty="0" err="1"/>
              <a:t>odredbama</a:t>
            </a:r>
            <a:r>
              <a:rPr lang="en-US" sz="2600" dirty="0"/>
              <a:t>.</a:t>
            </a: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9FC7A-7B2C-9D62-1417-458FFA207FD5}"/>
              </a:ext>
            </a:extLst>
          </p:cNvPr>
          <p:cNvSpPr txBox="1"/>
          <p:nvPr/>
        </p:nvSpPr>
        <p:spPr>
          <a:xfrm>
            <a:off x="2333367" y="459582"/>
            <a:ext cx="902043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Kontrolni popisi za zatvaranje ugovora</a:t>
            </a:r>
            <a:r>
              <a:rPr lang="en-US" sz="3800" dirty="0">
                <a:latin typeface="Bahnschrift SemiBold"/>
              </a:rPr>
              <a:t> I. </a:t>
            </a:r>
          </a:p>
          <a:p>
            <a:pPr algn="r"/>
            <a:r>
              <a:rPr lang="en-US" sz="3600" b="1" dirty="0">
                <a:latin typeface="Bahnschrift SemiLight" panose="020B0502040204020203" pitchFamily="34" charset="0"/>
              </a:rPr>
              <a:t> </a:t>
            </a:r>
            <a:endParaRPr lang="en-US" sz="36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84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9DB3E-698F-55B2-12B7-95491F13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A131-AB48-9189-A7A5-FBEF6797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CE8BA-756A-D374-3E64-2FEA630F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06" y="1920616"/>
            <a:ext cx="11286764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 err="1">
                <a:solidFill>
                  <a:srgbClr val="0ADBBC"/>
                </a:solidFill>
              </a:rPr>
              <a:t>Pribaviti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formalnu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potvrdu</a:t>
            </a:r>
            <a:r>
              <a:rPr lang="en-US" dirty="0">
                <a:solidFill>
                  <a:srgbClr val="0ADBBC"/>
                </a:solidFill>
              </a:rPr>
              <a:t> o </a:t>
            </a:r>
            <a:r>
              <a:rPr lang="en-US" dirty="0" err="1">
                <a:solidFill>
                  <a:srgbClr val="0ADBBC"/>
                </a:solidFill>
              </a:rPr>
              <a:t>zatvaranju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od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ugovornih</a:t>
            </a:r>
            <a:r>
              <a:rPr lang="en-US" dirty="0"/>
              <a:t> </a:t>
            </a:r>
            <a:r>
              <a:rPr lang="en-US" dirty="0" err="1"/>
              <a:t>strana</a:t>
            </a:r>
            <a:r>
              <a:rPr lang="en-US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 err="1">
                <a:solidFill>
                  <a:srgbClr val="0ADBBC"/>
                </a:solidFill>
              </a:rPr>
              <a:t>Arhivirati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svu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dokumentaciju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vezanu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uz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ugovor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/>
              <a:t>za </a:t>
            </a:r>
            <a:r>
              <a:rPr lang="en-US" dirty="0" err="1"/>
              <a:t>buduću</a:t>
            </a:r>
            <a:r>
              <a:rPr lang="en-US" dirty="0"/>
              <a:t> </a:t>
            </a:r>
            <a:r>
              <a:rPr lang="en-US" dirty="0" err="1"/>
              <a:t>referencu</a:t>
            </a:r>
            <a:r>
              <a:rPr lang="en-US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 err="1">
                <a:solidFill>
                  <a:srgbClr val="0ADBBC"/>
                </a:solidFill>
              </a:rPr>
              <a:t>Obavijestiti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dionike</a:t>
            </a:r>
            <a:r>
              <a:rPr lang="en-US" dirty="0">
                <a:solidFill>
                  <a:srgbClr val="0ADBBC"/>
                </a:solidFill>
              </a:rPr>
              <a:t> o </a:t>
            </a:r>
            <a:r>
              <a:rPr lang="en-US" dirty="0" err="1">
                <a:solidFill>
                  <a:srgbClr val="0ADBBC"/>
                </a:solidFill>
              </a:rPr>
              <a:t>zatvaranju</a:t>
            </a:r>
            <a:r>
              <a:rPr lang="en-US" dirty="0">
                <a:solidFill>
                  <a:srgbClr val="0ADBBC"/>
                </a:solidFill>
              </a:rPr>
              <a:t> </a:t>
            </a:r>
            <a:r>
              <a:rPr lang="en-US" dirty="0" err="1">
                <a:solidFill>
                  <a:srgbClr val="0ADBBC"/>
                </a:solidFill>
              </a:rPr>
              <a:t>ugovora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i </a:t>
            </a:r>
            <a:r>
              <a:rPr lang="en-US" dirty="0" err="1"/>
              <a:t>dokumentirati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</a:t>
            </a:r>
            <a:r>
              <a:rPr lang="en-US" dirty="0" err="1"/>
              <a:t>daljnje</a:t>
            </a:r>
            <a:r>
              <a:rPr lang="en-US" dirty="0"/>
              <a:t> </a:t>
            </a:r>
            <a:r>
              <a:rPr lang="en-US" dirty="0" err="1"/>
              <a:t>aktivnosti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4F23F-DE9D-2C1F-7DE7-9ACAA401A3BC}"/>
              </a:ext>
            </a:extLst>
          </p:cNvPr>
          <p:cNvSpPr txBox="1"/>
          <p:nvPr/>
        </p:nvSpPr>
        <p:spPr>
          <a:xfrm>
            <a:off x="2466948" y="412353"/>
            <a:ext cx="902043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3800" dirty="0">
                <a:latin typeface="Bahnschrift SemiBold"/>
              </a:rPr>
              <a:t>Kontrolni popisi za zatvaranje ugovora</a:t>
            </a:r>
            <a:r>
              <a:rPr lang="en-US" sz="3800" dirty="0">
                <a:latin typeface="Bahnschrift SemiBold"/>
              </a:rPr>
              <a:t> II. </a:t>
            </a:r>
          </a:p>
          <a:p>
            <a:pPr algn="r"/>
            <a:r>
              <a:rPr lang="en-US" sz="3600" b="1" dirty="0">
                <a:latin typeface="Bahnschrift SemiLight" panose="020B0502040204020203" pitchFamily="34" charset="0"/>
              </a:rPr>
              <a:t> </a:t>
            </a:r>
            <a:endParaRPr lang="en-US" sz="36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32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B4C44-0734-B192-3DD4-D7C6C274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7579456-C304-2C50-A9E0-5A38811E0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6274" y="1729954"/>
            <a:ext cx="9144000" cy="2387600"/>
          </a:xfrm>
        </p:spPr>
        <p:txBody>
          <a:bodyPr>
            <a:normAutofit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hr-HR" sz="5400" b="1" dirty="0"/>
              <a:t>Završavanje projekta</a:t>
            </a:r>
          </a:p>
        </p:txBody>
      </p:sp>
      <p:sp>
        <p:nvSpPr>
          <p:cNvPr id="3" name="Podnaslov 4">
            <a:extLst>
              <a:ext uri="{FF2B5EF4-FFF2-40B4-BE49-F238E27FC236}">
                <a16:creationId xmlns:a16="http://schemas.microsoft.com/office/drawing/2014/main" id="{5CA329C7-1900-D58B-DED9-37392649B8C9}"/>
              </a:ext>
            </a:extLst>
          </p:cNvPr>
          <p:cNvSpPr txBox="1">
            <a:spLocks/>
          </p:cNvSpPr>
          <p:nvPr/>
        </p:nvSpPr>
        <p:spPr>
          <a:xfrm>
            <a:off x="3152166" y="4428349"/>
            <a:ext cx="8787585" cy="5955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Procesi za </a:t>
            </a:r>
            <a:r>
              <a:rPr lang="en-US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zatvaranje</a:t>
            </a: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ugovora</a:t>
            </a:r>
            <a:endParaRPr lang="en-US" altLang="en-US" sz="4000" dirty="0">
              <a:latin typeface="Bahnschrift" panose="020B0502040204020203" pitchFamily="34" charset="0"/>
              <a:ea typeface="+mj-ea"/>
              <a:cs typeface="+mj-cs"/>
            </a:endParaRPr>
          </a:p>
          <a:p>
            <a:pPr algn="r"/>
            <a:endParaRPr lang="en-US" sz="4000" dirty="0">
              <a:solidFill>
                <a:srgbClr val="0070C0"/>
              </a:solidFill>
            </a:endParaRPr>
          </a:p>
          <a:p>
            <a:pPr algn="r"/>
            <a:endParaRPr lang="en-US" sz="4000" dirty="0">
              <a:latin typeface="Bahnschrift" panose="020B0502040204020203" pitchFamily="34" charset="0"/>
              <a:ea typeface="+mj-ea"/>
              <a:cs typeface="+mj-cs"/>
            </a:endParaRPr>
          </a:p>
          <a:p>
            <a:pPr algn="r"/>
            <a:endParaRPr lang="en-US" sz="3200" dirty="0">
              <a:solidFill>
                <a:srgbClr val="0070C0"/>
              </a:solidFill>
            </a:endParaRPr>
          </a:p>
          <a:p>
            <a:pPr algn="r"/>
            <a:endParaRPr lang="hr-HR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732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7BD3-384A-7FF0-A198-48A24C34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FE7E-EA67-AF22-45E5-6B5AD43A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8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CCEEE-4336-BEFC-2B36-3E351044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3" y="1678330"/>
            <a:ext cx="11205411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Review Contract Terms: </a:t>
            </a:r>
            <a:r>
              <a:rPr lang="en-US" sz="2400" dirty="0"/>
              <a:t>Ensure all obligations, deliverables, and conditions outlined in the contract have been met.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Verify Deliverables: </a:t>
            </a:r>
            <a:r>
              <a:rPr lang="en-US" sz="2400" dirty="0"/>
              <a:t>Conduct a final assessment to confirm all required work has been completed satisfactorily.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Resolve Financial Matters: </a:t>
            </a:r>
            <a:r>
              <a:rPr lang="en-US" sz="2400" dirty="0"/>
              <a:t>Confirm that all payments, reimbursements, and outstanding invoices have been settled.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Obtain Stakeholder Sign-Off: </a:t>
            </a:r>
            <a:r>
              <a:rPr lang="en-US" sz="2400" dirty="0"/>
              <a:t>Secure written confirmation from relevant stakeholders that contractual obligations have been met.</a:t>
            </a:r>
          </a:p>
          <a:p>
            <a:pPr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43F7C-9A5D-FD88-9212-01104A13E4CC}"/>
              </a:ext>
            </a:extLst>
          </p:cNvPr>
          <p:cNvSpPr txBox="1"/>
          <p:nvPr/>
        </p:nvSpPr>
        <p:spPr>
          <a:xfrm>
            <a:off x="1753904" y="352767"/>
            <a:ext cx="984606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700" dirty="0">
                <a:latin typeface="Bahnschrift SemiBold"/>
              </a:rPr>
              <a:t>Procesi za </a:t>
            </a:r>
            <a:r>
              <a:rPr lang="en-US" sz="3700" dirty="0" err="1">
                <a:latin typeface="Bahnschrift SemiBold"/>
              </a:rPr>
              <a:t>učinkovito</a:t>
            </a:r>
            <a:r>
              <a:rPr lang="en-US" sz="3700" dirty="0">
                <a:latin typeface="Bahnschrift SemiBold"/>
              </a:rPr>
              <a:t> </a:t>
            </a:r>
            <a:r>
              <a:rPr lang="en-US" sz="3700" dirty="0" err="1">
                <a:latin typeface="Bahnschrift SemiBold"/>
              </a:rPr>
              <a:t>zatvaranje</a:t>
            </a:r>
            <a:r>
              <a:rPr lang="en-US" sz="3700" dirty="0">
                <a:latin typeface="Bahnschrift SemiBold"/>
              </a:rPr>
              <a:t> </a:t>
            </a:r>
            <a:r>
              <a:rPr lang="en-US" sz="3700" dirty="0" err="1">
                <a:latin typeface="Bahnschrift SemiBold"/>
              </a:rPr>
              <a:t>ugovora</a:t>
            </a:r>
            <a:r>
              <a:rPr lang="en-US" sz="3700" dirty="0">
                <a:latin typeface="Bahnschrift SemiBold"/>
              </a:rPr>
              <a:t> I. </a:t>
            </a:r>
          </a:p>
        </p:txBody>
      </p:sp>
    </p:spTree>
    <p:extLst>
      <p:ext uri="{BB962C8B-B14F-4D97-AF65-F5344CB8AC3E}">
        <p14:creationId xmlns:p14="http://schemas.microsoft.com/office/powerpoint/2010/main" val="3240252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6F94-926C-5690-8E19-14D76E8D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BF32-9A80-F679-F519-D79D207D8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832A7-15B1-EED8-C6ED-714AB2F64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84" y="1474954"/>
            <a:ext cx="10925216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400" b="1" dirty="0" err="1">
                <a:solidFill>
                  <a:srgbClr val="0ADBBC"/>
                </a:solidFill>
              </a:rPr>
              <a:t>Rješavanje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sporova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Riješiti</a:t>
            </a:r>
            <a:r>
              <a:rPr lang="en-US" sz="2400" dirty="0"/>
              <a:t> </a:t>
            </a:r>
            <a:r>
              <a:rPr lang="en-US" sz="2400" dirty="0" err="1"/>
              <a:t>sve</a:t>
            </a:r>
            <a:r>
              <a:rPr lang="en-US" sz="2400" dirty="0"/>
              <a:t> </a:t>
            </a:r>
            <a:r>
              <a:rPr lang="en-US" sz="2400" dirty="0" err="1"/>
              <a:t>preostale</a:t>
            </a:r>
            <a:r>
              <a:rPr lang="en-US" sz="2400" dirty="0"/>
              <a:t> </a:t>
            </a:r>
            <a:r>
              <a:rPr lang="en-US" sz="2400" dirty="0" err="1"/>
              <a:t>sporove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zahtjeve</a:t>
            </a:r>
            <a:r>
              <a:rPr lang="en-US" sz="2400" dirty="0"/>
              <a:t> </a:t>
            </a:r>
            <a:r>
              <a:rPr lang="en-US" sz="2400" dirty="0" err="1"/>
              <a:t>prije</a:t>
            </a:r>
            <a:r>
              <a:rPr lang="en-US" sz="2400" dirty="0"/>
              <a:t> </a:t>
            </a:r>
            <a:r>
              <a:rPr lang="en-US" sz="2400" dirty="0" err="1"/>
              <a:t>formalnog</a:t>
            </a:r>
            <a:r>
              <a:rPr lang="en-US" sz="2400" dirty="0"/>
              <a:t> </a:t>
            </a:r>
            <a:r>
              <a:rPr lang="en-US" sz="2400" dirty="0" err="1"/>
              <a:t>zatvaranja</a:t>
            </a:r>
            <a:r>
              <a:rPr lang="en-US" sz="2400" dirty="0"/>
              <a:t> </a:t>
            </a:r>
            <a:r>
              <a:rPr lang="en-US" sz="2400" dirty="0" err="1"/>
              <a:t>ugovora</a:t>
            </a:r>
            <a:r>
              <a:rPr lang="en-US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400" b="1" dirty="0" err="1">
                <a:solidFill>
                  <a:srgbClr val="0ADBBC"/>
                </a:solidFill>
              </a:rPr>
              <a:t>Arhiviranje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ugovorne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dokumentacije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Pohraniti</a:t>
            </a:r>
            <a:r>
              <a:rPr lang="en-US" sz="2400" dirty="0"/>
              <a:t> </a:t>
            </a:r>
            <a:r>
              <a:rPr lang="en-US" sz="2400" dirty="0" err="1"/>
              <a:t>svu</a:t>
            </a:r>
            <a:r>
              <a:rPr lang="en-US" sz="2400" dirty="0"/>
              <a:t> </a:t>
            </a:r>
            <a:r>
              <a:rPr lang="en-US" sz="2400" dirty="0" err="1"/>
              <a:t>dokumentaciju</a:t>
            </a:r>
            <a:r>
              <a:rPr lang="en-US" sz="2400" dirty="0"/>
              <a:t> </a:t>
            </a:r>
            <a:r>
              <a:rPr lang="en-US" sz="2400" dirty="0" err="1"/>
              <a:t>vezanu</a:t>
            </a:r>
            <a:r>
              <a:rPr lang="en-US" sz="2400" dirty="0"/>
              <a:t> </a:t>
            </a:r>
            <a:r>
              <a:rPr lang="en-US" sz="2400" dirty="0" err="1"/>
              <a:t>uz</a:t>
            </a:r>
            <a:r>
              <a:rPr lang="en-US" sz="2400" dirty="0"/>
              <a:t> </a:t>
            </a:r>
            <a:r>
              <a:rPr lang="en-US" sz="2400" dirty="0" err="1"/>
              <a:t>ugovor</a:t>
            </a:r>
            <a:r>
              <a:rPr lang="en-US" sz="2400" dirty="0"/>
              <a:t> za </a:t>
            </a:r>
            <a:r>
              <a:rPr lang="en-US" sz="2400" dirty="0" err="1"/>
              <a:t>buduću</a:t>
            </a:r>
            <a:r>
              <a:rPr lang="en-US" sz="2400" dirty="0"/>
              <a:t> </a:t>
            </a:r>
            <a:r>
              <a:rPr lang="en-US" sz="2400" dirty="0" err="1"/>
              <a:t>referencu</a:t>
            </a:r>
            <a:r>
              <a:rPr lang="en-US" sz="2400" dirty="0"/>
              <a:t> i </a:t>
            </a:r>
            <a:r>
              <a:rPr lang="en-US" sz="2400" dirty="0" err="1"/>
              <a:t>revizije</a:t>
            </a:r>
            <a:r>
              <a:rPr lang="en-US" sz="2400" dirty="0"/>
              <a:t> </a:t>
            </a:r>
            <a:r>
              <a:rPr lang="en-US" sz="2400" dirty="0" err="1"/>
              <a:t>usklađenosti</a:t>
            </a:r>
            <a:r>
              <a:rPr lang="en-US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400" b="1" dirty="0" err="1">
                <a:solidFill>
                  <a:srgbClr val="0ADBBC"/>
                </a:solidFill>
              </a:rPr>
              <a:t>Provođenje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završnog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pregleda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Održati</a:t>
            </a:r>
            <a:r>
              <a:rPr lang="en-US" sz="2400" dirty="0"/>
              <a:t> </a:t>
            </a:r>
            <a:r>
              <a:rPr lang="en-US" sz="2400" dirty="0" err="1"/>
              <a:t>završni</a:t>
            </a:r>
            <a:r>
              <a:rPr lang="en-US" sz="2400" dirty="0"/>
              <a:t> </a:t>
            </a:r>
            <a:r>
              <a:rPr lang="en-US" sz="2400" dirty="0" err="1"/>
              <a:t>sastanak</a:t>
            </a:r>
            <a:r>
              <a:rPr lang="en-US" sz="2400" dirty="0"/>
              <a:t> </a:t>
            </a:r>
            <a:r>
              <a:rPr lang="en-US" sz="2400" dirty="0" err="1"/>
              <a:t>radi</a:t>
            </a:r>
            <a:r>
              <a:rPr lang="en-US" sz="2400" dirty="0"/>
              <a:t> </a:t>
            </a:r>
            <a:r>
              <a:rPr lang="en-US" sz="2400" dirty="0" err="1"/>
              <a:t>dokumentiranja</a:t>
            </a:r>
            <a:r>
              <a:rPr lang="en-US" sz="2400" dirty="0"/>
              <a:t> </a:t>
            </a:r>
            <a:r>
              <a:rPr lang="en-US" sz="2400" dirty="0" err="1"/>
              <a:t>ključnih</a:t>
            </a:r>
            <a:r>
              <a:rPr lang="en-US" sz="2400" dirty="0"/>
              <a:t> </a:t>
            </a:r>
            <a:r>
              <a:rPr lang="en-US" sz="2400" dirty="0" err="1"/>
              <a:t>zaključaka</a:t>
            </a:r>
            <a:r>
              <a:rPr lang="en-US" sz="2400" dirty="0"/>
              <a:t> i </a:t>
            </a:r>
            <a:r>
              <a:rPr lang="en-US" sz="2400" dirty="0" err="1"/>
              <a:t>mogućih</a:t>
            </a:r>
            <a:r>
              <a:rPr lang="en-US" sz="2400" dirty="0"/>
              <a:t> </a:t>
            </a:r>
            <a:r>
              <a:rPr lang="en-US" sz="2400" dirty="0" err="1"/>
              <a:t>poboljšanja</a:t>
            </a:r>
            <a:r>
              <a:rPr lang="en-US" sz="2400" dirty="0"/>
              <a:t> za </a:t>
            </a:r>
            <a:r>
              <a:rPr lang="en-US" sz="2400" dirty="0" err="1"/>
              <a:t>buduće</a:t>
            </a:r>
            <a:r>
              <a:rPr lang="en-US" sz="2400" dirty="0"/>
              <a:t> </a:t>
            </a:r>
            <a:r>
              <a:rPr lang="en-US" sz="2400" dirty="0" err="1"/>
              <a:t>ugovore</a:t>
            </a:r>
            <a:r>
              <a:rPr lang="en-US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sz="2400" b="1" dirty="0" err="1">
                <a:solidFill>
                  <a:srgbClr val="0ADBBC"/>
                </a:solidFill>
              </a:rPr>
              <a:t>Komunikacija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zatvaranja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Obavijestiti</a:t>
            </a:r>
            <a:r>
              <a:rPr lang="en-US" sz="2400" dirty="0"/>
              <a:t> </a:t>
            </a:r>
            <a:r>
              <a:rPr lang="en-US" sz="2400" dirty="0" err="1"/>
              <a:t>sve</a:t>
            </a:r>
            <a:r>
              <a:rPr lang="en-US" sz="2400" dirty="0"/>
              <a:t> </a:t>
            </a:r>
            <a:r>
              <a:rPr lang="en-US" sz="2400" dirty="0" err="1"/>
              <a:t>relevantne</a:t>
            </a:r>
            <a:r>
              <a:rPr lang="en-US" sz="2400" dirty="0"/>
              <a:t> </a:t>
            </a:r>
            <a:r>
              <a:rPr lang="en-US" sz="2400" dirty="0" err="1"/>
              <a:t>strane</a:t>
            </a:r>
            <a:r>
              <a:rPr lang="en-US" sz="2400" dirty="0"/>
              <a:t> da je </a:t>
            </a:r>
            <a:r>
              <a:rPr lang="en-US" sz="2400" dirty="0" err="1"/>
              <a:t>ugovor</a:t>
            </a:r>
            <a:r>
              <a:rPr lang="en-US" sz="2400" dirty="0"/>
              <a:t> </a:t>
            </a:r>
            <a:r>
              <a:rPr lang="en-US" sz="2400" dirty="0" err="1"/>
              <a:t>uspješno</a:t>
            </a:r>
            <a:r>
              <a:rPr lang="en-US" sz="2400" dirty="0"/>
              <a:t> </a:t>
            </a:r>
            <a:r>
              <a:rPr lang="en-US" sz="2400" dirty="0" err="1"/>
              <a:t>zatvoren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BBA60-B0C0-866D-053B-BEB060701ABB}"/>
              </a:ext>
            </a:extLst>
          </p:cNvPr>
          <p:cNvSpPr txBox="1"/>
          <p:nvPr/>
        </p:nvSpPr>
        <p:spPr>
          <a:xfrm>
            <a:off x="1816769" y="586046"/>
            <a:ext cx="97862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700" dirty="0">
                <a:latin typeface="Bahnschrift SemiBold"/>
              </a:rPr>
              <a:t>Procesi za </a:t>
            </a:r>
            <a:r>
              <a:rPr lang="en-US" sz="3700" dirty="0" err="1">
                <a:latin typeface="Bahnschrift SemiBold"/>
              </a:rPr>
              <a:t>učinkovito</a:t>
            </a:r>
            <a:r>
              <a:rPr lang="en-US" sz="3700" dirty="0">
                <a:latin typeface="Bahnschrift SemiBold"/>
              </a:rPr>
              <a:t> </a:t>
            </a:r>
            <a:r>
              <a:rPr lang="en-US" sz="3700" dirty="0" err="1">
                <a:latin typeface="Bahnschrift SemiBold"/>
              </a:rPr>
              <a:t>zatvaranje</a:t>
            </a:r>
            <a:r>
              <a:rPr lang="en-US" sz="3700" dirty="0">
                <a:latin typeface="Bahnschrift SemiBold"/>
              </a:rPr>
              <a:t> </a:t>
            </a:r>
            <a:r>
              <a:rPr lang="en-US" sz="3700" dirty="0" err="1">
                <a:latin typeface="Bahnschrift SemiBold"/>
              </a:rPr>
              <a:t>ugovora</a:t>
            </a:r>
            <a:r>
              <a:rPr lang="en-US" sz="3700" dirty="0">
                <a:latin typeface="Bahnschrift SemiBold"/>
              </a:rPr>
              <a:t> II. </a:t>
            </a:r>
          </a:p>
        </p:txBody>
      </p:sp>
    </p:spTree>
    <p:extLst>
      <p:ext uri="{BB962C8B-B14F-4D97-AF65-F5344CB8AC3E}">
        <p14:creationId xmlns:p14="http://schemas.microsoft.com/office/powerpoint/2010/main" val="379064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B4FF-3085-B7E7-1DE7-33586C82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CDCABD2-2E2C-664B-460C-9A1F9B363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6274" y="1729954"/>
            <a:ext cx="9144000" cy="2387600"/>
          </a:xfrm>
        </p:spPr>
        <p:txBody>
          <a:bodyPr>
            <a:normAutofit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en-US" sz="5400" b="1" dirty="0" err="1"/>
              <a:t>Završavanje</a:t>
            </a:r>
            <a:r>
              <a:rPr lang="en-US" sz="5400" b="1" dirty="0"/>
              <a:t> </a:t>
            </a:r>
            <a:r>
              <a:rPr lang="en-US" sz="5400" b="1" dirty="0" err="1"/>
              <a:t>projekta</a:t>
            </a:r>
            <a:endParaRPr lang="hr-HR" sz="5400" b="1" dirty="0"/>
          </a:p>
        </p:txBody>
      </p:sp>
      <p:sp>
        <p:nvSpPr>
          <p:cNvPr id="3" name="Podnaslov 4">
            <a:extLst>
              <a:ext uri="{FF2B5EF4-FFF2-40B4-BE49-F238E27FC236}">
                <a16:creationId xmlns:a16="http://schemas.microsoft.com/office/drawing/2014/main" id="{5780B58E-795B-7360-8E75-C5DA1F5C091B}"/>
              </a:ext>
            </a:extLst>
          </p:cNvPr>
          <p:cNvSpPr txBox="1">
            <a:spLocks/>
          </p:cNvSpPr>
          <p:nvPr/>
        </p:nvSpPr>
        <p:spPr>
          <a:xfrm>
            <a:off x="2732689" y="4386307"/>
            <a:ext cx="8787585" cy="5955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Završno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izvješće</a:t>
            </a:r>
            <a:r>
              <a:rPr 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latin typeface="Bahnschrift" panose="020B0502040204020203" pitchFamily="34" charset="0"/>
                <a:ea typeface="+mj-ea"/>
                <a:cs typeface="+mj-cs"/>
              </a:rPr>
              <a:t>projekta</a:t>
            </a:r>
            <a:endParaRPr lang="en-US" sz="4000" dirty="0">
              <a:latin typeface="Bahnschrift" panose="020B0502040204020203" pitchFamily="34" charset="0"/>
              <a:ea typeface="+mj-ea"/>
              <a:cs typeface="+mj-cs"/>
            </a:endParaRPr>
          </a:p>
          <a:p>
            <a:pPr algn="r"/>
            <a:endParaRPr lang="en-US" sz="4000" dirty="0">
              <a:solidFill>
                <a:srgbClr val="0070C0"/>
              </a:solidFill>
            </a:endParaRPr>
          </a:p>
          <a:p>
            <a:pPr algn="r"/>
            <a:endParaRPr lang="en-US" sz="4000" dirty="0">
              <a:latin typeface="Bahnschrift" panose="020B0502040204020203" pitchFamily="34" charset="0"/>
              <a:ea typeface="+mj-ea"/>
              <a:cs typeface="+mj-cs"/>
            </a:endParaRPr>
          </a:p>
          <a:p>
            <a:pPr algn="r"/>
            <a:endParaRPr lang="en-US" sz="3200" dirty="0">
              <a:solidFill>
                <a:srgbClr val="0070C0"/>
              </a:solidFill>
            </a:endParaRPr>
          </a:p>
          <a:p>
            <a:pPr algn="r"/>
            <a:endParaRPr lang="hr-HR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295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2B3C-12C6-5556-85B4-7A6EB3CD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C664-B626-62DA-D1AE-D82DFD59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783B1-E48C-747A-9FAE-EB826C161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74" y="1825625"/>
            <a:ext cx="10716126" cy="4351338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Sažetak</a:t>
            </a:r>
            <a:r>
              <a:rPr lang="en-US" sz="2400" b="1" dirty="0">
                <a:solidFill>
                  <a:srgbClr val="0ADBBC"/>
                </a:solidFill>
              </a:rPr>
              <a:t> za </a:t>
            </a:r>
            <a:r>
              <a:rPr lang="en-US" sz="2400" b="1" dirty="0" err="1">
                <a:solidFill>
                  <a:srgbClr val="0ADBBC"/>
                </a:solidFill>
              </a:rPr>
              <a:t>rukovodstvo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  <a:r>
              <a:rPr lang="hr-HR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Kratak </a:t>
            </a:r>
            <a:r>
              <a:rPr lang="en-US" sz="2400" dirty="0" err="1"/>
              <a:t>pregled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</a:t>
            </a:r>
            <a:r>
              <a:rPr lang="en-US" sz="2400" dirty="0" err="1"/>
              <a:t>njegovih</a:t>
            </a:r>
            <a:r>
              <a:rPr lang="en-US" sz="2400" dirty="0"/>
              <a:t> </a:t>
            </a:r>
            <a:r>
              <a:rPr lang="en-US" sz="2400" dirty="0" err="1"/>
              <a:t>ciljeva</a:t>
            </a:r>
            <a:r>
              <a:rPr lang="en-US" sz="2400" dirty="0"/>
              <a:t> i </a:t>
            </a:r>
            <a:r>
              <a:rPr lang="en-US" sz="2400" dirty="0" err="1"/>
              <a:t>ključnih</a:t>
            </a:r>
            <a:r>
              <a:rPr lang="en-US" sz="2400" dirty="0"/>
              <a:t> </a:t>
            </a:r>
            <a:r>
              <a:rPr lang="en-US" sz="2400" dirty="0" err="1"/>
              <a:t>rezultata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Ciljevi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opseg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Sažetak</a:t>
            </a:r>
            <a:r>
              <a:rPr lang="en-US" sz="2400" dirty="0"/>
              <a:t> </a:t>
            </a:r>
            <a:r>
              <a:rPr lang="en-US" sz="2400" dirty="0" err="1"/>
              <a:t>početnih</a:t>
            </a:r>
            <a:r>
              <a:rPr lang="en-US" sz="2400" dirty="0"/>
              <a:t> </a:t>
            </a:r>
            <a:r>
              <a:rPr lang="en-US" sz="2400" dirty="0" err="1"/>
              <a:t>ciljeva</a:t>
            </a:r>
            <a:r>
              <a:rPr lang="en-US" sz="2400" dirty="0"/>
              <a:t>, </a:t>
            </a:r>
            <a:r>
              <a:rPr lang="en-US" sz="2400" dirty="0" err="1"/>
              <a:t>opsega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svih</a:t>
            </a:r>
            <a:r>
              <a:rPr lang="en-US" sz="2400" dirty="0"/>
              <a:t> </a:t>
            </a:r>
            <a:r>
              <a:rPr lang="en-US" sz="2400" dirty="0" err="1"/>
              <a:t>promjena</a:t>
            </a:r>
            <a:r>
              <a:rPr lang="en-US" sz="2400" dirty="0"/>
              <a:t> </a:t>
            </a:r>
            <a:r>
              <a:rPr lang="en-US" sz="2400" dirty="0" err="1"/>
              <a:t>tijekom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Isporučivi </a:t>
            </a:r>
            <a:r>
              <a:rPr lang="en-US" sz="2400" b="1" dirty="0" err="1">
                <a:solidFill>
                  <a:srgbClr val="0ADBBC"/>
                </a:solidFill>
              </a:rPr>
              <a:t>rezultati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postignuća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Pregled</a:t>
            </a:r>
            <a:r>
              <a:rPr lang="en-US" sz="2400" dirty="0"/>
              <a:t> </a:t>
            </a:r>
            <a:r>
              <a:rPr lang="en-US" sz="2400" dirty="0" err="1"/>
              <a:t>dovršenih</a:t>
            </a:r>
            <a:r>
              <a:rPr lang="en-US" sz="2400" dirty="0"/>
              <a:t> </a:t>
            </a:r>
            <a:r>
              <a:rPr lang="en-US" sz="2400" dirty="0" err="1"/>
              <a:t>isporučivih</a:t>
            </a:r>
            <a:r>
              <a:rPr lang="en-US" sz="2400" dirty="0"/>
              <a:t> </a:t>
            </a:r>
            <a:r>
              <a:rPr lang="en-US" sz="2400" dirty="0" err="1"/>
              <a:t>rezultata</a:t>
            </a:r>
            <a:r>
              <a:rPr lang="en-US" sz="2400" dirty="0"/>
              <a:t> i </a:t>
            </a:r>
            <a:r>
              <a:rPr lang="en-US" sz="2400" dirty="0" err="1"/>
              <a:t>ključnih</a:t>
            </a:r>
            <a:r>
              <a:rPr lang="en-US" sz="2400" dirty="0"/>
              <a:t> </a:t>
            </a:r>
            <a:r>
              <a:rPr lang="en-US" sz="2400" dirty="0" err="1"/>
              <a:t>uspjeha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Vremenski plan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Pregled</a:t>
            </a:r>
            <a:r>
              <a:rPr lang="en-US" sz="2400" dirty="0"/>
              <a:t> </a:t>
            </a:r>
            <a:r>
              <a:rPr lang="en-US" sz="2400" dirty="0" err="1"/>
              <a:t>rasporeda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</a:t>
            </a:r>
            <a:r>
              <a:rPr lang="en-US" sz="2400" dirty="0" err="1"/>
              <a:t>uključujući</a:t>
            </a:r>
            <a:r>
              <a:rPr lang="en-US" sz="2400" dirty="0"/>
              <a:t> </a:t>
            </a:r>
            <a:r>
              <a:rPr lang="en-US" sz="2400" dirty="0" err="1"/>
              <a:t>sva</a:t>
            </a:r>
            <a:r>
              <a:rPr lang="en-US" sz="2400" dirty="0"/>
              <a:t> </a:t>
            </a:r>
            <a:r>
              <a:rPr lang="en-US" sz="2400" dirty="0" err="1"/>
              <a:t>odstupanja</a:t>
            </a:r>
            <a:r>
              <a:rPr lang="en-US" sz="2400" dirty="0"/>
              <a:t> i </a:t>
            </a:r>
            <a:r>
              <a:rPr lang="en-US" sz="2400" dirty="0" err="1"/>
              <a:t>razloge</a:t>
            </a:r>
            <a:r>
              <a:rPr lang="en-US" sz="2400" dirty="0"/>
              <a:t> </a:t>
            </a:r>
            <a:r>
              <a:rPr lang="en-US" sz="2400" dirty="0" err="1"/>
              <a:t>kašnjenja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Proračun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financijski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sažetak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Usporedba</a:t>
            </a:r>
            <a:r>
              <a:rPr lang="en-US" sz="2400" dirty="0"/>
              <a:t> </a:t>
            </a:r>
            <a:r>
              <a:rPr lang="en-US" sz="2400" dirty="0" err="1"/>
              <a:t>planiranog</a:t>
            </a:r>
            <a:r>
              <a:rPr lang="en-US" sz="2400" dirty="0"/>
              <a:t> i </a:t>
            </a:r>
            <a:r>
              <a:rPr lang="en-US" sz="2400" dirty="0" err="1"/>
              <a:t>stvarnog</a:t>
            </a:r>
            <a:r>
              <a:rPr lang="en-US" sz="2400" dirty="0"/>
              <a:t> </a:t>
            </a:r>
            <a:r>
              <a:rPr lang="en-US" sz="2400" dirty="0" err="1"/>
              <a:t>proračuna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financijske</a:t>
            </a:r>
            <a:r>
              <a:rPr lang="en-US" sz="2400" dirty="0"/>
              <a:t> </a:t>
            </a:r>
            <a:r>
              <a:rPr lang="en-US" sz="2400" dirty="0" err="1"/>
              <a:t>uspješnosti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001C4-8928-7FD9-E211-29F4ED29C09E}"/>
              </a:ext>
            </a:extLst>
          </p:cNvPr>
          <p:cNvSpPr txBox="1"/>
          <p:nvPr/>
        </p:nvSpPr>
        <p:spPr>
          <a:xfrm>
            <a:off x="2582561" y="586046"/>
            <a:ext cx="902043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800" dirty="0">
                <a:latin typeface="Bahnschrift SemiBold"/>
              </a:rPr>
              <a:t>Komponente </a:t>
            </a:r>
            <a:r>
              <a:rPr lang="en-US" sz="3800" dirty="0" err="1">
                <a:latin typeface="Bahnschrift SemiBold"/>
              </a:rPr>
              <a:t>završnog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izvješća</a:t>
            </a:r>
            <a:r>
              <a:rPr lang="en-US" sz="3800" dirty="0">
                <a:latin typeface="Bahnschrift SemiBold"/>
              </a:rPr>
              <a:t> I.</a:t>
            </a:r>
          </a:p>
        </p:txBody>
      </p:sp>
    </p:spTree>
    <p:extLst>
      <p:ext uri="{BB962C8B-B14F-4D97-AF65-F5344CB8AC3E}">
        <p14:creationId xmlns:p14="http://schemas.microsoft.com/office/powerpoint/2010/main" val="77332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C011-D592-669E-535F-FC011EB3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0E01-79A6-CA15-8182-9E9B9741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Montserrat" panose="00000500000000000000" pitchFamily="2" charset="0"/>
              </a:rPr>
              <a:t> </a:t>
            </a:r>
            <a:br>
              <a:rPr lang="en-US" sz="4800" dirty="0">
                <a:latin typeface="Montserrat" panose="00000500000000000000" pitchFamily="2" charset="0"/>
              </a:rPr>
            </a:br>
            <a:br>
              <a:rPr lang="en-US" b="1" dirty="0"/>
            </a:br>
            <a:br>
              <a:rPr lang="en-US" b="1" dirty="0">
                <a:latin typeface="Montserrat" panose="00000500000000000000" pitchFamily="2" charset="0"/>
              </a:rPr>
            </a:br>
            <a:r>
              <a:rPr lang="en-US" b="1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5EA8-C9D0-F05A-04F4-BB9509753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801562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b="1" dirty="0">
                <a:solidFill>
                  <a:srgbClr val="0ADBBC"/>
                </a:solidFill>
              </a:rPr>
              <a:t>Izazovi i </a:t>
            </a:r>
            <a:r>
              <a:rPr lang="en-US" sz="2400" b="1" dirty="0" err="1">
                <a:solidFill>
                  <a:srgbClr val="0ADBBC"/>
                </a:solidFill>
              </a:rPr>
              <a:t>problemi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Identifikacija</a:t>
            </a:r>
            <a:r>
              <a:rPr lang="en-US" sz="2400" dirty="0"/>
              <a:t> </a:t>
            </a:r>
            <a:r>
              <a:rPr lang="en-US" sz="2400" dirty="0" err="1"/>
              <a:t>značajnih</a:t>
            </a:r>
            <a:r>
              <a:rPr lang="en-US" sz="2400" dirty="0"/>
              <a:t> </a:t>
            </a:r>
            <a:r>
              <a:rPr lang="en-US" sz="2400" dirty="0" err="1"/>
              <a:t>izazova</a:t>
            </a:r>
            <a:r>
              <a:rPr lang="en-US" sz="2400" dirty="0"/>
              <a:t> s </a:t>
            </a:r>
            <a:r>
              <a:rPr lang="en-US" sz="2400" dirty="0" err="1"/>
              <a:t>kojima</a:t>
            </a:r>
            <a:r>
              <a:rPr lang="en-US" sz="2400" dirty="0"/>
              <a:t> se </a:t>
            </a:r>
            <a:r>
              <a:rPr lang="en-US" sz="2400" dirty="0" err="1"/>
              <a:t>susrelo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način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koji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riješeni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0ADBBC"/>
                </a:solidFill>
              </a:rPr>
              <a:t>Naučene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lekcije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Uvidi</a:t>
            </a:r>
            <a:r>
              <a:rPr lang="en-US" sz="2400" dirty="0"/>
              <a:t> </a:t>
            </a:r>
            <a:r>
              <a:rPr lang="en-US" sz="2400" dirty="0" err="1"/>
              <a:t>stečeni</a:t>
            </a:r>
            <a:r>
              <a:rPr lang="en-US" sz="2400" dirty="0"/>
              <a:t> </a:t>
            </a:r>
            <a:r>
              <a:rPr lang="en-US" sz="2400" dirty="0" err="1"/>
              <a:t>tijekom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 koji se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primijeniti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buduće</a:t>
            </a:r>
            <a:r>
              <a:rPr lang="en-US" sz="2400" dirty="0"/>
              <a:t> </a:t>
            </a:r>
            <a:r>
              <a:rPr lang="en-US" sz="2400" dirty="0" err="1"/>
              <a:t>inicijative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0ADBBC"/>
                </a:solidFill>
              </a:rPr>
              <a:t>Povratne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informacije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dionika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Mišljenja</a:t>
            </a:r>
            <a:r>
              <a:rPr lang="en-US" sz="2400" dirty="0"/>
              <a:t> </a:t>
            </a:r>
            <a:r>
              <a:rPr lang="en-US" sz="2400" dirty="0" err="1"/>
              <a:t>ključnih</a:t>
            </a:r>
            <a:r>
              <a:rPr lang="en-US" sz="2400" dirty="0"/>
              <a:t> </a:t>
            </a:r>
            <a:r>
              <a:rPr lang="en-US" sz="2400" dirty="0" err="1"/>
              <a:t>dionika</a:t>
            </a:r>
            <a:r>
              <a:rPr lang="en-US" sz="2400" dirty="0"/>
              <a:t> o </a:t>
            </a:r>
            <a:r>
              <a:rPr lang="en-US" sz="2400" dirty="0" err="1"/>
              <a:t>uspješnosti</a:t>
            </a:r>
            <a:r>
              <a:rPr lang="en-US" sz="2400" dirty="0"/>
              <a:t> i </a:t>
            </a:r>
            <a:r>
              <a:rPr lang="en-US" sz="2400" dirty="0" err="1"/>
              <a:t>rezultatima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0ADBBC"/>
                </a:solidFill>
              </a:rPr>
              <a:t>Preporuke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sljedeći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koraci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Predložene</a:t>
            </a:r>
            <a:r>
              <a:rPr lang="en-US" sz="2400" dirty="0"/>
              <a:t> </a:t>
            </a:r>
            <a:r>
              <a:rPr lang="en-US" sz="2400" dirty="0" err="1"/>
              <a:t>aktivnosti</a:t>
            </a:r>
            <a:r>
              <a:rPr lang="en-US" sz="2400" dirty="0"/>
              <a:t> za </a:t>
            </a:r>
            <a:r>
              <a:rPr lang="en-US" sz="2400" dirty="0" err="1"/>
              <a:t>buduće</a:t>
            </a:r>
            <a:r>
              <a:rPr lang="en-US" sz="2400" dirty="0"/>
              <a:t> </a:t>
            </a:r>
            <a:r>
              <a:rPr lang="en-US" sz="2400" dirty="0" err="1"/>
              <a:t>projekte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daljnje</a:t>
            </a:r>
            <a:r>
              <a:rPr lang="en-US" sz="2400" dirty="0"/>
              <a:t> </a:t>
            </a:r>
            <a:r>
              <a:rPr lang="en-US" sz="2400" dirty="0" err="1"/>
              <a:t>održavanje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0ADBBC"/>
                </a:solidFill>
              </a:rPr>
              <a:t>Prilozi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popratna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dokumentacija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/>
              <a:t>Svi </a:t>
            </a:r>
            <a:r>
              <a:rPr lang="en-US" sz="2400" dirty="0" err="1"/>
              <a:t>relevantni</a:t>
            </a:r>
            <a:r>
              <a:rPr lang="en-US" sz="2400" dirty="0"/>
              <a:t> </a:t>
            </a:r>
            <a:r>
              <a:rPr lang="en-US" sz="2400" dirty="0" err="1"/>
              <a:t>dokumenti</a:t>
            </a:r>
            <a:r>
              <a:rPr lang="en-US" sz="2400" dirty="0"/>
              <a:t>, </a:t>
            </a:r>
            <a:r>
              <a:rPr lang="en-US" sz="2400" dirty="0" err="1"/>
              <a:t>grafikoni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podaci</a:t>
            </a:r>
            <a:r>
              <a:rPr lang="en-US" sz="2400" dirty="0"/>
              <a:t> koji </a:t>
            </a:r>
            <a:r>
              <a:rPr lang="en-US" sz="2400" dirty="0" err="1"/>
              <a:t>podupiru</a:t>
            </a:r>
            <a:r>
              <a:rPr lang="en-US" sz="2400" dirty="0"/>
              <a:t> </a:t>
            </a:r>
            <a:r>
              <a:rPr lang="en-US" sz="2400" dirty="0" err="1"/>
              <a:t>izvješće</a:t>
            </a:r>
            <a:r>
              <a:rPr lang="en-US" sz="24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CD164-AFD8-3B42-F535-1C59B3ACD6EB}"/>
              </a:ext>
            </a:extLst>
          </p:cNvPr>
          <p:cNvSpPr txBox="1"/>
          <p:nvPr/>
        </p:nvSpPr>
        <p:spPr>
          <a:xfrm>
            <a:off x="2582561" y="586046"/>
            <a:ext cx="902043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800" dirty="0">
                <a:latin typeface="Bahnschrift SemiBold"/>
              </a:rPr>
              <a:t>Komponente </a:t>
            </a:r>
            <a:r>
              <a:rPr lang="en-US" sz="3800" dirty="0" err="1">
                <a:latin typeface="Bahnschrift SemiBold"/>
              </a:rPr>
              <a:t>završnog</a:t>
            </a:r>
            <a:r>
              <a:rPr lang="en-US" sz="3800" dirty="0">
                <a:latin typeface="Bahnschrift SemiBold"/>
              </a:rPr>
              <a:t> </a:t>
            </a:r>
            <a:r>
              <a:rPr lang="en-US" sz="3800" dirty="0" err="1">
                <a:latin typeface="Bahnschrift SemiBold"/>
              </a:rPr>
              <a:t>izvješća</a:t>
            </a:r>
            <a:r>
              <a:rPr lang="en-US" sz="3800" dirty="0">
                <a:latin typeface="Bahnschrift SemiBold"/>
              </a:rPr>
              <a:t> II.</a:t>
            </a:r>
          </a:p>
        </p:txBody>
      </p:sp>
    </p:spTree>
    <p:extLst>
      <p:ext uri="{BB962C8B-B14F-4D97-AF65-F5344CB8AC3E}">
        <p14:creationId xmlns:p14="http://schemas.microsoft.com/office/powerpoint/2010/main" val="2972962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5CDB770-AC87-D74D-8856-DF8AEA62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594" y="91488"/>
            <a:ext cx="10515600" cy="1325563"/>
          </a:xfrm>
        </p:spPr>
        <p:txBody>
          <a:bodyPr>
            <a:normAutofit/>
          </a:bodyPr>
          <a:lstStyle/>
          <a:p>
            <a:r>
              <a:rPr lang="hr-HR" sz="3800" dirty="0">
                <a:latin typeface="Bahnschrift SemiBold"/>
                <a:ea typeface="+mn-ea"/>
                <a:cs typeface="+mn-cs"/>
              </a:rPr>
              <a:t>Grupna vježba</a:t>
            </a:r>
            <a:endParaRPr lang="en-US" sz="3800" dirty="0">
              <a:latin typeface="Bahnschrift SemiBold"/>
              <a:ea typeface="+mn-ea"/>
              <a:cs typeface="+mn-cs"/>
            </a:endParaRP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7893D9DB-1D09-16E9-FF6E-8478CBE4EDD8}"/>
              </a:ext>
            </a:extLst>
          </p:cNvPr>
          <p:cNvSpPr txBox="1"/>
          <p:nvPr/>
        </p:nvSpPr>
        <p:spPr>
          <a:xfrm>
            <a:off x="244503" y="1668757"/>
            <a:ext cx="1010044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Bahnschrift SemiLight" panose="020B0502040204020203" pitchFamily="34" charset="0"/>
              </a:rPr>
              <a:t>ZADATAK: </a:t>
            </a:r>
            <a:r>
              <a:rPr lang="en-US" sz="2300" b="1" dirty="0" err="1">
                <a:latin typeface="Bahnschrift SemiLight" panose="020B0502040204020203" pitchFamily="34" charset="0"/>
              </a:rPr>
              <a:t>Izraditi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završno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izvješće</a:t>
            </a:r>
            <a:r>
              <a:rPr lang="en-US" sz="2300" b="1" dirty="0">
                <a:latin typeface="Bahnschrift SemiLight" panose="020B0502040204020203" pitchFamily="34" charset="0"/>
              </a:rPr>
              <a:t> za </a:t>
            </a:r>
            <a:r>
              <a:rPr lang="en-US" sz="2300" b="1" dirty="0" err="1">
                <a:latin typeface="Bahnschrift SemiLight" panose="020B0502040204020203" pitchFamily="34" charset="0"/>
              </a:rPr>
              <a:t>sljedeći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projekt</a:t>
            </a:r>
            <a:r>
              <a:rPr lang="en-US" sz="2300" b="1" dirty="0">
                <a:latin typeface="Bahnschrift SemiLight" panose="020B0502040204020203" pitchFamily="34" charset="0"/>
              </a:rPr>
              <a:t>, </a:t>
            </a:r>
            <a:r>
              <a:rPr lang="en-US" sz="2300" b="1" dirty="0" err="1">
                <a:latin typeface="Bahnschrift SemiLight" panose="020B0502040204020203" pitchFamily="34" charset="0"/>
              </a:rPr>
              <a:t>uzimajući</a:t>
            </a:r>
            <a:r>
              <a:rPr lang="en-US" sz="2300" b="1" dirty="0">
                <a:latin typeface="Bahnschrift SemiLight" panose="020B0502040204020203" pitchFamily="34" charset="0"/>
              </a:rPr>
              <a:t> u </a:t>
            </a:r>
            <a:r>
              <a:rPr lang="en-US" sz="2300" b="1" dirty="0" err="1">
                <a:latin typeface="Bahnschrift SemiLight" panose="020B0502040204020203" pitchFamily="34" charset="0"/>
              </a:rPr>
              <a:t>obzir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sve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isporučive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rezultate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dovršene</a:t>
            </a:r>
            <a:r>
              <a:rPr lang="en-US" sz="2300" b="1" dirty="0">
                <a:latin typeface="Bahnschrift SemiLight" panose="020B0502040204020203" pitchFamily="34" charset="0"/>
              </a:rPr>
              <a:t> u </a:t>
            </a:r>
            <a:r>
              <a:rPr lang="en-US" sz="2300" b="1" dirty="0" err="1">
                <a:latin typeface="Bahnschrift SemiLight" panose="020B0502040204020203" pitchFamily="34" charset="0"/>
              </a:rPr>
              <a:t>prethodnim</a:t>
            </a:r>
            <a:r>
              <a:rPr lang="en-US" sz="2300" b="1" dirty="0">
                <a:latin typeface="Bahnschrift SemiLight" panose="020B0502040204020203" pitchFamily="34" charset="0"/>
              </a:rPr>
              <a:t> </a:t>
            </a:r>
            <a:r>
              <a:rPr lang="en-US" sz="2300" b="1" dirty="0" err="1">
                <a:latin typeface="Bahnschrift SemiLight" panose="020B0502040204020203" pitchFamily="34" charset="0"/>
              </a:rPr>
              <a:t>vježbama</a:t>
            </a:r>
            <a:endParaRPr lang="en-US" sz="2300" b="1" dirty="0">
              <a:latin typeface="Bahnschrift SemiLight" panose="020B0502040204020203" pitchFamily="34" charset="0"/>
            </a:endParaRPr>
          </a:p>
          <a:p>
            <a:r>
              <a:rPr lang="en-US" sz="2300" b="1" dirty="0">
                <a:latin typeface="Bahnschrift SemiLight" panose="020B0502040204020203" pitchFamily="34" charset="0"/>
              </a:rPr>
              <a:t>.</a:t>
            </a:r>
            <a:endParaRPr lang="ro-RO" sz="2300" b="1" dirty="0">
              <a:latin typeface="Bahnschrift SemiLight" panose="020B0502040204020203" pitchFamily="34" charset="0"/>
            </a:endParaRPr>
          </a:p>
        </p:txBody>
      </p:sp>
      <p:sp>
        <p:nvSpPr>
          <p:cNvPr id="4" name="Rezervirano mjesto sadržaja 2">
            <a:extLst>
              <a:ext uri="{FF2B5EF4-FFF2-40B4-BE49-F238E27FC236}">
                <a16:creationId xmlns:a16="http://schemas.microsoft.com/office/drawing/2014/main" id="{BB87DB0F-BEFB-B00F-AAB0-3891149D429F}"/>
              </a:ext>
            </a:extLst>
          </p:cNvPr>
          <p:cNvSpPr>
            <a:spLocks noGrp="1"/>
          </p:cNvSpPr>
          <p:nvPr/>
        </p:nvSpPr>
        <p:spPr>
          <a:xfrm>
            <a:off x="244503" y="2468976"/>
            <a:ext cx="11978544" cy="4578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200" b="1" dirty="0">
                <a:solidFill>
                  <a:srgbClr val="0ADBBC"/>
                </a:solidFill>
              </a:rPr>
              <a:t>CraftEase edukacijska platforma za „uradi sam” projekte</a:t>
            </a:r>
            <a:r>
              <a:rPr lang="hr-HR" sz="2200" b="1" dirty="0">
                <a:solidFill>
                  <a:srgbClr val="0ADBBC"/>
                </a:solidFill>
              </a:rPr>
              <a:t>; 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Proračun: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50.000 – 100.000 EUR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Vremenski okvir: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6 mjeseci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Zadatak: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voditelj ste projekta u IT tvrtki koja isporučuje digitalno rješenje za maloprodajnog klijenta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Klijent: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trgovina koja prodaje materijale (Bauhaus, Brico ili slično – električni, DIY i građevinski materijali)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Tim: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možete imati 5 članova tima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Tvrtka: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20 zaposlenika; na raspolaganju su developeri, UX/UI dizajneri, financijski i ugovorni odjel, grafički dizajneri; nema poslovnog analitičara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Zahtjevi klijenta: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web platforma, korisnički račun (prijava), multimedijalni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tutorijali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opcija sviđa mi se/ne sviđa mi se za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tutorijale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prijava na radionice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Uloge na platformi: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korisnik platforme (pregledava DIY projekte), zaposlenik trgovine (izrađuje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tutorijale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/videa), administrator</a:t>
            </a:r>
          </a:p>
        </p:txBody>
      </p:sp>
    </p:spTree>
    <p:extLst>
      <p:ext uri="{BB962C8B-B14F-4D97-AF65-F5344CB8AC3E}">
        <p14:creationId xmlns:p14="http://schemas.microsoft.com/office/powerpoint/2010/main" val="3514717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C1248-B769-C1F0-5FFF-C81A22CF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EA13CC-0ED2-11D6-C76B-35CB13932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276" y="180460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i="0" dirty="0">
                <a:solidFill>
                  <a:srgbClr val="0F0F0F"/>
                </a:solidFill>
                <a:effectLst/>
              </a:rPr>
              <a:t>Top 5 </a:t>
            </a:r>
            <a:r>
              <a:rPr lang="en-US" sz="3400" b="1" i="0" dirty="0" err="1">
                <a:solidFill>
                  <a:srgbClr val="0F0F0F"/>
                </a:solidFill>
                <a:effectLst/>
              </a:rPr>
              <a:t>vrsta</a:t>
            </a:r>
            <a:r>
              <a:rPr lang="en-US" sz="3400" b="1" i="0" dirty="0">
                <a:solidFill>
                  <a:srgbClr val="0F0F0F"/>
                </a:solidFill>
                <a:effectLst/>
              </a:rPr>
              <a:t> </a:t>
            </a:r>
            <a:r>
              <a:rPr lang="en-US" sz="3400" b="1" i="0" dirty="0" err="1">
                <a:solidFill>
                  <a:srgbClr val="0F0F0F"/>
                </a:solidFill>
                <a:effectLst/>
              </a:rPr>
              <a:t>izvješća</a:t>
            </a:r>
            <a:r>
              <a:rPr lang="en-US" sz="3400" b="1" i="0" dirty="0">
                <a:solidFill>
                  <a:srgbClr val="0F0F0F"/>
                </a:solidFill>
                <a:effectLst/>
              </a:rPr>
              <a:t> u </a:t>
            </a:r>
            <a:r>
              <a:rPr lang="en-US" sz="3400" b="1" i="0" dirty="0" err="1">
                <a:solidFill>
                  <a:srgbClr val="0F0F0F"/>
                </a:solidFill>
                <a:effectLst/>
              </a:rPr>
              <a:t>upravljanju</a:t>
            </a:r>
            <a:r>
              <a:rPr lang="en-US" sz="3400" b="1" i="0" dirty="0">
                <a:solidFill>
                  <a:srgbClr val="0F0F0F"/>
                </a:solidFill>
                <a:effectLst/>
              </a:rPr>
              <a:t> </a:t>
            </a:r>
            <a:r>
              <a:rPr lang="en-US" sz="3400" b="1" i="0" dirty="0" err="1">
                <a:solidFill>
                  <a:srgbClr val="0F0F0F"/>
                </a:solidFill>
                <a:effectLst/>
              </a:rPr>
              <a:t>projektima</a:t>
            </a:r>
            <a:endParaRPr lang="en-US" sz="3400" b="1" i="0" dirty="0">
              <a:solidFill>
                <a:srgbClr val="0F0F0F"/>
              </a:solidFill>
              <a:effectLst/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ea typeface="Bahnschrift SemiLight" panose="020B0502040204020203" pitchFamily="34" charset="0"/>
              <a:cs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a typeface="Bahnschrift SemiLight" panose="020B0502040204020203" pitchFamily="34" charset="0"/>
                <a:cs typeface="Bahnschrift Semi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https://www.youtube.com/watch?v=GmI-d2O_O9w&amp;t=31s&amp;ab_channel=ProjectManager</a:t>
            </a: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Building a Project Closure Report Template</a:t>
            </a:r>
          </a:p>
          <a:p>
            <a:pPr marL="0" indent="0">
              <a:buNone/>
            </a:pPr>
            <a:endParaRPr lang="en-GB" b="1" u="sng" dirty="0"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https://www.youtube.com/watch?v=7HmFzo_nqz4&amp;ab_channel=StuartTaylor</a:t>
            </a: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PMI.org</a:t>
            </a:r>
            <a:endParaRPr lang="en-GB" u="sng" dirty="0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4"/>
              </a:rPr>
              <a:t>PMBOK </a:t>
            </a:r>
            <a:r>
              <a:rPr lang="en-GB" u="sng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endParaRPr lang="en-GB" u="sng" dirty="0">
              <a:solidFill>
                <a:srgbClr val="0563C1"/>
              </a:solidFill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ea typeface="Bahnschrift SemiLight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fr-FR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75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85A2BCC9-DFAF-A944-3825-DE48AB02071D}"/>
              </a:ext>
            </a:extLst>
          </p:cNvPr>
          <p:cNvSpPr txBox="1"/>
          <p:nvPr/>
        </p:nvSpPr>
        <p:spPr>
          <a:xfrm>
            <a:off x="914400" y="553452"/>
            <a:ext cx="8145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3600">
                <a:solidFill>
                  <a:prstClr val="black"/>
                </a:solidFill>
                <a:latin typeface="Bahnschrift SemiBold"/>
              </a:rPr>
              <a:t>DODATNI MATERIJALI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566B8B66-D8DF-9BDD-0AD5-997A33A86E00}"/>
              </a:ext>
            </a:extLst>
          </p:cNvPr>
          <p:cNvSpPr txBox="1"/>
          <p:nvPr/>
        </p:nvSpPr>
        <p:spPr>
          <a:xfrm>
            <a:off x="446776" y="2027977"/>
            <a:ext cx="908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o-RO" dirty="0"/>
            </a:br>
            <a:endParaRPr lang="ro-RO" dirty="0"/>
          </a:p>
          <a:p>
            <a:endParaRPr lang="ro-RO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CCA2F5CC-E586-965A-2FB8-42013F8AE37A}"/>
              </a:ext>
            </a:extLst>
          </p:cNvPr>
          <p:cNvSpPr txBox="1"/>
          <p:nvPr/>
        </p:nvSpPr>
        <p:spPr>
          <a:xfrm>
            <a:off x="763311" y="1934159"/>
            <a:ext cx="9497085" cy="3402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2800" u="sng" dirty="0">
                <a:solidFill>
                  <a:srgbClr val="0563C1"/>
                </a:solidFill>
                <a:latin typeface="Bahnschrift SemiLigh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ProjectManager – Project Closure Guide</a:t>
            </a: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ro-RO" sz="2800" u="sng" dirty="0">
                <a:solidFill>
                  <a:srgbClr val="0563C1"/>
                </a:solidFill>
                <a:latin typeface="Bahnschrift Semi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Smartsheet – Project Closeout Templates</a:t>
            </a: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r>
              <a:rPr lang="en-US" sz="2800" u="sng" dirty="0">
                <a:solidFill>
                  <a:srgbClr val="0563C1"/>
                </a:solidFill>
                <a:latin typeface="Bahnschrift SemiLight" panose="020B0502040204020203" pitchFamily="34" charset="0"/>
                <a:hlinkClick r:id="rId5"/>
              </a:rPr>
              <a:t>Smartsheet – Closing a Project Checklist</a:t>
            </a: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70000"/>
              </a:lnSpc>
              <a:spcBef>
                <a:spcPts val="1000"/>
              </a:spcBef>
            </a:pPr>
            <a:endParaRPr lang="en-US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99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0725af-73e2-4213-b62d-dcea596e5d6d">
      <Terms xmlns="http://schemas.microsoft.com/office/infopath/2007/PartnerControls"/>
    </lcf76f155ced4ddcb4097134ff3c332f>
    <TaxCatchAll xmlns="e6fa96dc-0a02-4bd9-bdcb-2aa22c1a57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CC08E76AEB004B8A6B2F235BBAB143" ma:contentTypeVersion="19" ma:contentTypeDescription="Create a new document." ma:contentTypeScope="" ma:versionID="b126276037d73a60ecdb5034901a4665">
  <xsd:schema xmlns:xsd="http://www.w3.org/2001/XMLSchema" xmlns:xs="http://www.w3.org/2001/XMLSchema" xmlns:p="http://schemas.microsoft.com/office/2006/metadata/properties" xmlns:ns2="5e0725af-73e2-4213-b62d-dcea596e5d6d" xmlns:ns3="e6fa96dc-0a02-4bd9-bdcb-2aa22c1a578f" targetNamespace="http://schemas.microsoft.com/office/2006/metadata/properties" ma:root="true" ma:fieldsID="77aeb5855ce30fad2cc8b28886ebdb2f" ns2:_="" ns3:_="">
    <xsd:import namespace="5e0725af-73e2-4213-b62d-dcea596e5d6d"/>
    <xsd:import namespace="e6fa96dc-0a02-4bd9-bdcb-2aa22c1a5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725af-73e2-4213-b62d-dcea596e5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051300b-affb-4af5-9054-83ab1355c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fa96dc-0a02-4bd9-bdcb-2aa22c1a57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ee04ee1-424f-44c6-b165-f66518ce87aa}" ma:internalName="TaxCatchAll" ma:showField="CatchAllData" ma:web="e6fa96dc-0a02-4bd9-bdcb-2aa22c1a57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167A6-4509-4CDC-872E-B75078D0A4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8D62CC-B914-477D-B9D0-0F95ABEF2B0F}">
  <ds:schemaRefs>
    <ds:schemaRef ds:uri="http://schemas.microsoft.com/office/2006/metadata/properties"/>
    <ds:schemaRef ds:uri="http://schemas.microsoft.com/office/infopath/2007/PartnerControls"/>
    <ds:schemaRef ds:uri="5ccc8f2e-ac27-4ac8-8955-ea2701adcc78"/>
    <ds:schemaRef ds:uri="178ab0e0-c460-419a-847d-ca81e089ac39"/>
    <ds:schemaRef ds:uri="5e0725af-73e2-4213-b62d-dcea596e5d6d"/>
    <ds:schemaRef ds:uri="e6fa96dc-0a02-4bd9-bdcb-2aa22c1a578f"/>
  </ds:schemaRefs>
</ds:datastoreItem>
</file>

<file path=customXml/itemProps3.xml><?xml version="1.0" encoding="utf-8"?>
<ds:datastoreItem xmlns:ds="http://schemas.openxmlformats.org/officeDocument/2006/customXml" ds:itemID="{2E12F0C3-8E1F-4B8E-B886-1CC1E95AB7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0725af-73e2-4213-b62d-dcea596e5d6d"/>
    <ds:schemaRef ds:uri="e6fa96dc-0a02-4bd9-bdcb-2aa22c1a57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5232</TotalTime>
  <Words>1487</Words>
  <Application>Microsoft Macintosh PowerPoint</Application>
  <PresentationFormat>Widescreen</PresentationFormat>
  <Paragraphs>214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Aptos</vt:lpstr>
      <vt:lpstr>Arial</vt:lpstr>
      <vt:lpstr>Bahnschrift</vt:lpstr>
      <vt:lpstr>Bahnschrift SemiBold</vt:lpstr>
      <vt:lpstr>Bahnschrift SemiLight</vt:lpstr>
      <vt:lpstr>Calibri</vt:lpstr>
      <vt:lpstr>Calibri Light</vt:lpstr>
      <vt:lpstr>Montserrat</vt:lpstr>
      <vt:lpstr>Nunito</vt:lpstr>
      <vt:lpstr>Roboto</vt:lpstr>
      <vt:lpstr>Tema sustava Office</vt:lpstr>
      <vt:lpstr>1_Tema sustava Office</vt:lpstr>
      <vt:lpstr>SHIFT4IT</vt:lpstr>
      <vt:lpstr>  ZAVRŠETAK PROJEKTA</vt:lpstr>
      <vt:lpstr>Sažetak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Završavanje projekta</vt:lpstr>
      <vt:lpstr>     </vt:lpstr>
      <vt:lpstr>     </vt:lpstr>
      <vt:lpstr>     </vt:lpstr>
      <vt:lpstr>  Završavanje projekta</vt:lpstr>
      <vt:lpstr>     </vt:lpstr>
      <vt:lpstr>     </vt:lpstr>
      <vt:lpstr>  Završavanje projekta</vt:lpstr>
      <vt:lpstr>     </vt:lpstr>
      <vt:lpstr>     </vt:lpstr>
      <vt:lpstr>Grupna vježba</vt:lpstr>
      <vt:lpstr>IZVORI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Dino Duvnjak</cp:lastModifiedBy>
  <cp:revision>43</cp:revision>
  <dcterms:created xsi:type="dcterms:W3CDTF">2024-02-12T13:35:47Z</dcterms:created>
  <dcterms:modified xsi:type="dcterms:W3CDTF">2026-05-25T08:30:00Z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0x010100AACC08E76AEB004B8A6B2F235BBAB143</vt:lpwstr>
  </property>
  <property fmtid="{D5CDD505-2E9C-101B-9397-08002B2CF9AE}" pid="3" name="MediaServiceImageTags">
    <vt:lpwstr/>
  </property>
</Properties>
</file>